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DM Sans Medium"/>
      <p:regular r:id="rId20"/>
      <p:bold r:id="rId21"/>
      <p:italic r:id="rId22"/>
      <p:boldItalic r:id="rId23"/>
    </p:embeddedFont>
    <p:embeddedFont>
      <p:font typeface="Lexend Light"/>
      <p:regular r:id="rId24"/>
      <p:bold r:id="rId25"/>
    </p:embeddedFont>
    <p:embeddedFont>
      <p:font typeface="Lexend Medium"/>
      <p:regular r:id="rId26"/>
      <p:bold r:id="rId27"/>
    </p:embeddedFont>
    <p:embeddedFont>
      <p:font typeface="DM Sans SemiBold"/>
      <p:regular r:id="rId28"/>
      <p:bold r:id="rId29"/>
      <p:italic r:id="rId30"/>
      <p:boldItalic r:id="rId31"/>
    </p:embeddedFont>
    <p:embeddedFont>
      <p:font typeface="DM Sans Light"/>
      <p:regular r:id="rId32"/>
      <p:bold r:id="rId33"/>
      <p:italic r:id="rId34"/>
      <p:boldItalic r:id="rId35"/>
    </p:embeddedFont>
    <p:embeddedFont>
      <p:font typeface="Lexend"/>
      <p:regular r:id="rId36"/>
      <p:bold r:id="rId37"/>
    </p:embeddedFont>
    <p:embeddedFont>
      <p:font typeface="DM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italic.fntdata"/><Relationship Id="rId20" Type="http://schemas.openxmlformats.org/officeDocument/2006/relationships/font" Target="fonts/DMSansMedium-regular.fntdata"/><Relationship Id="rId41" Type="http://schemas.openxmlformats.org/officeDocument/2006/relationships/font" Target="fonts/DMSans-boldItalic.fntdata"/><Relationship Id="rId22" Type="http://schemas.openxmlformats.org/officeDocument/2006/relationships/font" Target="fonts/DMSansMedium-italic.fntdata"/><Relationship Id="rId21" Type="http://schemas.openxmlformats.org/officeDocument/2006/relationships/font" Target="fonts/DMSansMedium-bold.fntdata"/><Relationship Id="rId24" Type="http://schemas.openxmlformats.org/officeDocument/2006/relationships/font" Target="fonts/LexendLight-regular.fntdata"/><Relationship Id="rId23" Type="http://schemas.openxmlformats.org/officeDocument/2006/relationships/font" Target="fonts/DMSans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Medium-regular.fntdata"/><Relationship Id="rId25" Type="http://schemas.openxmlformats.org/officeDocument/2006/relationships/font" Target="fonts/LexendLight-bold.fntdata"/><Relationship Id="rId28" Type="http://schemas.openxmlformats.org/officeDocument/2006/relationships/font" Target="fonts/DMSansSemiBold-regular.fntdata"/><Relationship Id="rId27" Type="http://schemas.openxmlformats.org/officeDocument/2006/relationships/font" Target="fonts/Lexend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SemiBold-boldItalic.fntdata"/><Relationship Id="rId30" Type="http://schemas.openxmlformats.org/officeDocument/2006/relationships/font" Target="fonts/DMSansSemiBold-italic.fntdata"/><Relationship Id="rId11" Type="http://schemas.openxmlformats.org/officeDocument/2006/relationships/slide" Target="slides/slide6.xml"/><Relationship Id="rId33" Type="http://schemas.openxmlformats.org/officeDocument/2006/relationships/font" Target="fonts/DMSansLight-bold.fntdata"/><Relationship Id="rId10" Type="http://schemas.openxmlformats.org/officeDocument/2006/relationships/slide" Target="slides/slide5.xml"/><Relationship Id="rId32" Type="http://schemas.openxmlformats.org/officeDocument/2006/relationships/font" Target="fonts/DMSansLight-regular.fntdata"/><Relationship Id="rId13" Type="http://schemas.openxmlformats.org/officeDocument/2006/relationships/slide" Target="slides/slide8.xml"/><Relationship Id="rId35" Type="http://schemas.openxmlformats.org/officeDocument/2006/relationships/font" Target="fonts/DMSansLight-boldItalic.fntdata"/><Relationship Id="rId12" Type="http://schemas.openxmlformats.org/officeDocument/2006/relationships/slide" Target="slides/slide7.xml"/><Relationship Id="rId34" Type="http://schemas.openxmlformats.org/officeDocument/2006/relationships/font" Target="fonts/DMSansLight-italic.fntdata"/><Relationship Id="rId15" Type="http://schemas.openxmlformats.org/officeDocument/2006/relationships/slide" Target="slides/slide10.xml"/><Relationship Id="rId37" Type="http://schemas.openxmlformats.org/officeDocument/2006/relationships/font" Target="fonts/Lexend-bold.fntdata"/><Relationship Id="rId14" Type="http://schemas.openxmlformats.org/officeDocument/2006/relationships/slide" Target="slides/slide9.xml"/><Relationship Id="rId36" Type="http://schemas.openxmlformats.org/officeDocument/2006/relationships/font" Target="fonts/Lexend-regular.fntdata"/><Relationship Id="rId17" Type="http://schemas.openxmlformats.org/officeDocument/2006/relationships/slide" Target="slides/slide12.xml"/><Relationship Id="rId39" Type="http://schemas.openxmlformats.org/officeDocument/2006/relationships/font" Target="fonts/DMSans-bold.fntdata"/><Relationship Id="rId16" Type="http://schemas.openxmlformats.org/officeDocument/2006/relationships/slide" Target="slides/slide11.xml"/><Relationship Id="rId38" Type="http://schemas.openxmlformats.org/officeDocument/2006/relationships/font" Target="fonts/DM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951ae10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951ae10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951ae109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951ae109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a951ae109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a951ae109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d0694254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d0694254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a951ae109e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a951ae109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a951ae109e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a951ae109e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a951ae109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a951ae109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a951ae109e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a951ae109e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a951ae109e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a951ae109e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d06942543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ad06942543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ad0694254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ad0694254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d06942543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ad06942543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a951ae109e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a951ae109e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d0694254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ad0694254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16485" y="2712675"/>
            <a:ext cx="5311200" cy="18609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 name="Google Shape;11;p2"/>
          <p:cNvSpPr txBox="1"/>
          <p:nvPr>
            <p:ph idx="1" type="subTitle"/>
          </p:nvPr>
        </p:nvSpPr>
        <p:spPr>
          <a:xfrm>
            <a:off x="152606" y="832000"/>
            <a:ext cx="2434500" cy="6558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 name="Google Shape;12;p2"/>
          <p:cNvCxnSpPr/>
          <p:nvPr/>
        </p:nvCxnSpPr>
        <p:spPr>
          <a:xfrm>
            <a:off x="244425" y="4726725"/>
            <a:ext cx="8670900" cy="0"/>
          </a:xfrm>
          <a:prstGeom prst="straightConnector1">
            <a:avLst/>
          </a:prstGeom>
          <a:noFill/>
          <a:ln cap="flat" cmpd="sng" w="9525">
            <a:solidFill>
              <a:schemeClr val="dk1"/>
            </a:solidFill>
            <a:prstDash val="solid"/>
            <a:round/>
            <a:headEnd len="med" w="med" type="none"/>
            <a:tailEnd len="med" w="med" type="none"/>
          </a:ln>
        </p:spPr>
      </p:cxnSp>
      <p:grpSp>
        <p:nvGrpSpPr>
          <p:cNvPr id="13" name="Google Shape;13;p2"/>
          <p:cNvGrpSpPr/>
          <p:nvPr/>
        </p:nvGrpSpPr>
        <p:grpSpPr>
          <a:xfrm>
            <a:off x="5866315" y="66973"/>
            <a:ext cx="2954947" cy="4587953"/>
            <a:chOff x="5866315" y="130139"/>
            <a:chExt cx="2954947" cy="4587953"/>
          </a:xfrm>
        </p:grpSpPr>
        <p:grpSp>
          <p:nvGrpSpPr>
            <p:cNvPr id="14" name="Google Shape;14;p2"/>
            <p:cNvGrpSpPr/>
            <p:nvPr/>
          </p:nvGrpSpPr>
          <p:grpSpPr>
            <a:xfrm rot="1800044">
              <a:off x="7145788" y="375652"/>
              <a:ext cx="1341270" cy="1340671"/>
              <a:chOff x="2441905" y="1248288"/>
              <a:chExt cx="1341300" cy="1340700"/>
            </a:xfrm>
          </p:grpSpPr>
          <p:sp>
            <p:nvSpPr>
              <p:cNvPr id="15" name="Google Shape;15;p2"/>
              <p:cNvSpPr/>
              <p:nvPr/>
            </p:nvSpPr>
            <p:spPr>
              <a:xfrm>
                <a:off x="2442055" y="1248288"/>
                <a:ext cx="1341000" cy="1340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 name="Google Shape;16;p2"/>
              <p:cNvSpPr/>
              <p:nvPr/>
            </p:nvSpPr>
            <p:spPr>
              <a:xfrm rot="-945">
                <a:off x="2567155" y="1373238"/>
                <a:ext cx="1090800" cy="10908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17" name="Google Shape;17;p2"/>
            <p:cNvGrpSpPr/>
            <p:nvPr/>
          </p:nvGrpSpPr>
          <p:grpSpPr>
            <a:xfrm rot="2400131">
              <a:off x="7078016" y="3672082"/>
              <a:ext cx="868477" cy="868477"/>
              <a:chOff x="5015268" y="2960846"/>
              <a:chExt cx="868500" cy="868500"/>
            </a:xfrm>
          </p:grpSpPr>
          <p:sp>
            <p:nvSpPr>
              <p:cNvPr id="18" name="Google Shape;18;p2"/>
              <p:cNvSpPr/>
              <p:nvPr/>
            </p:nvSpPr>
            <p:spPr>
              <a:xfrm>
                <a:off x="5015268" y="2960846"/>
                <a:ext cx="868500" cy="868500"/>
              </a:xfrm>
              <a:prstGeom prst="roundRect">
                <a:avLst>
                  <a:gd fmla="val 1455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19" name="Google Shape;19;p2"/>
              <p:cNvGrpSpPr/>
              <p:nvPr/>
            </p:nvGrpSpPr>
            <p:grpSpPr>
              <a:xfrm>
                <a:off x="5133918" y="3105078"/>
                <a:ext cx="631200" cy="580035"/>
                <a:chOff x="5133582" y="3105408"/>
                <a:chExt cx="631200" cy="580035"/>
              </a:xfrm>
            </p:grpSpPr>
            <p:sp>
              <p:nvSpPr>
                <p:cNvPr id="20" name="Google Shape;20;p2"/>
                <p:cNvSpPr/>
                <p:nvPr/>
              </p:nvSpPr>
              <p:spPr>
                <a:xfrm rot="-4902">
                  <a:off x="5133582" y="3105858"/>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 name="Google Shape;21;p2"/>
                <p:cNvSpPr/>
                <p:nvPr/>
              </p:nvSpPr>
              <p:spPr>
                <a:xfrm rot="-4902">
                  <a:off x="5133582" y="3300756"/>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 name="Google Shape;22;p2"/>
                <p:cNvSpPr/>
                <p:nvPr/>
              </p:nvSpPr>
              <p:spPr>
                <a:xfrm rot="-4902">
                  <a:off x="5133582" y="3492693"/>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23" name="Google Shape;23;p2"/>
            <p:cNvGrpSpPr/>
            <p:nvPr/>
          </p:nvGrpSpPr>
          <p:grpSpPr>
            <a:xfrm rot="-600240">
              <a:off x="5979971" y="2008184"/>
              <a:ext cx="2727635" cy="1547250"/>
              <a:chOff x="6121180" y="1963945"/>
              <a:chExt cx="2727900" cy="1547400"/>
            </a:xfrm>
          </p:grpSpPr>
          <p:sp>
            <p:nvSpPr>
              <p:cNvPr id="24" name="Google Shape;24;p2"/>
              <p:cNvSpPr/>
              <p:nvPr/>
            </p:nvSpPr>
            <p:spPr>
              <a:xfrm rot="756">
                <a:off x="6121180" y="1964245"/>
                <a:ext cx="2727900" cy="1546800"/>
              </a:xfrm>
              <a:prstGeom prst="roundRect">
                <a:avLst>
                  <a:gd fmla="val 804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 name="Google Shape;25;p2"/>
              <p:cNvSpPr/>
              <p:nvPr/>
            </p:nvSpPr>
            <p:spPr>
              <a:xfrm rot="5398209">
                <a:off x="7302225" y="2489024"/>
                <a:ext cx="575700" cy="497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6" name="Google Shape;26;p2"/>
            <p:cNvGrpSpPr/>
            <p:nvPr/>
          </p:nvGrpSpPr>
          <p:grpSpPr>
            <a:xfrm rot="-839923">
              <a:off x="6099076" y="520245"/>
              <a:ext cx="889199" cy="1584298"/>
              <a:chOff x="3614175" y="406175"/>
              <a:chExt cx="889200" cy="1584300"/>
            </a:xfrm>
          </p:grpSpPr>
          <p:sp>
            <p:nvSpPr>
              <p:cNvPr id="27" name="Google Shape;27;p2"/>
              <p:cNvSpPr/>
              <p:nvPr/>
            </p:nvSpPr>
            <p:spPr>
              <a:xfrm rot="4652">
                <a:off x="3615375" y="406774"/>
                <a:ext cx="886801" cy="1583102"/>
              </a:xfrm>
              <a:prstGeom prst="roundRect">
                <a:avLst>
                  <a:gd fmla="val 113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 name="Google Shape;28;p2"/>
              <p:cNvSpPr/>
              <p:nvPr/>
            </p:nvSpPr>
            <p:spPr>
              <a:xfrm rot="4290">
                <a:off x="3698175" y="488088"/>
                <a:ext cx="721201" cy="1100701"/>
              </a:xfrm>
              <a:prstGeom prst="roundRect">
                <a:avLst>
                  <a:gd fmla="val 86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 name="Google Shape;29;p2"/>
              <p:cNvSpPr/>
              <p:nvPr/>
            </p:nvSpPr>
            <p:spPr>
              <a:xfrm rot="5431">
                <a:off x="3682773" y="1655743"/>
                <a:ext cx="752005" cy="252558"/>
              </a:xfrm>
              <a:prstGeom prst="flowChartTermina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0" name="Google Shape;30;p2"/>
            <p:cNvSpPr/>
            <p:nvPr/>
          </p:nvSpPr>
          <p:spPr>
            <a:xfrm>
              <a:off x="6830386" y="186612"/>
              <a:ext cx="464700" cy="4023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 name="Google Shape;31;p2"/>
            <p:cNvSpPr/>
            <p:nvPr/>
          </p:nvSpPr>
          <p:spPr>
            <a:xfrm>
              <a:off x="7742824" y="3481655"/>
              <a:ext cx="325200" cy="32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 name="Google Shape;32;p2"/>
            <p:cNvSpPr/>
            <p:nvPr/>
          </p:nvSpPr>
          <p:spPr>
            <a:xfrm>
              <a:off x="8288974" y="1467844"/>
              <a:ext cx="325200" cy="32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 name="Google Shape;33;p2"/>
            <p:cNvSpPr/>
            <p:nvPr/>
          </p:nvSpPr>
          <p:spPr>
            <a:xfrm rot="2400046">
              <a:off x="6545745" y="3772294"/>
              <a:ext cx="428439" cy="428439"/>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4" name="Google Shape;34;p2"/>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2"/>
          <p:cNvSpPr txBox="1"/>
          <p:nvPr>
            <p:ph idx="2"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6" name="Google Shape;36;p2"/>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7" name="Shape 37"/>
        <p:cNvGrpSpPr/>
        <p:nvPr/>
      </p:nvGrpSpPr>
      <p:grpSpPr>
        <a:xfrm>
          <a:off x="0" y="0"/>
          <a:ext cx="0" cy="0"/>
          <a:chOff x="0" y="0"/>
          <a:chExt cx="0" cy="0"/>
        </a:xfrm>
      </p:grpSpPr>
      <p:sp>
        <p:nvSpPr>
          <p:cNvPr id="38" name="Google Shape;38;p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9" name="Google Shape;39;p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1" name="Shape 41"/>
        <p:cNvGrpSpPr/>
        <p:nvPr/>
      </p:nvGrpSpPr>
      <p:grpSpPr>
        <a:xfrm>
          <a:off x="0" y="0"/>
          <a:ext cx="0" cy="0"/>
          <a:chOff x="0" y="0"/>
          <a:chExt cx="0" cy="0"/>
        </a:xfrm>
      </p:grpSpPr>
      <p:sp>
        <p:nvSpPr>
          <p:cNvPr id="42" name="Google Shape;42;p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 name="Google Shape;4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4" name="Shape 44"/>
        <p:cNvGrpSpPr/>
        <p:nvPr/>
      </p:nvGrpSpPr>
      <p:grpSpPr>
        <a:xfrm>
          <a:off x="0" y="0"/>
          <a:ext cx="0" cy="0"/>
          <a:chOff x="0" y="0"/>
          <a:chExt cx="0" cy="0"/>
        </a:xfrm>
      </p:grpSpPr>
      <p:sp>
        <p:nvSpPr>
          <p:cNvPr id="45" name="Google Shape;4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 name="Google Shape;46;p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 name="Google Shape;4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8" name="Shape 48"/>
        <p:cNvGrpSpPr/>
        <p:nvPr/>
      </p:nvGrpSpPr>
      <p:grpSpPr>
        <a:xfrm>
          <a:off x="0" y="0"/>
          <a:ext cx="0" cy="0"/>
          <a:chOff x="0" y="0"/>
          <a:chExt cx="0" cy="0"/>
        </a:xfrm>
      </p:grpSpPr>
      <p:sp>
        <p:nvSpPr>
          <p:cNvPr id="49" name="Google Shape;49;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 name="Google Shape;50;p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 name="Google Shape;51;p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 name="Google Shape;5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3" name="Shape 53"/>
        <p:cNvGrpSpPr/>
        <p:nvPr/>
      </p:nvGrpSpPr>
      <p:grpSpPr>
        <a:xfrm>
          <a:off x="0" y="0"/>
          <a:ext cx="0" cy="0"/>
          <a:chOff x="0" y="0"/>
          <a:chExt cx="0" cy="0"/>
        </a:xfrm>
      </p:grpSpPr>
      <p:sp>
        <p:nvSpPr>
          <p:cNvPr id="54" name="Google Shape;54;p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6" name="Shape 56"/>
        <p:cNvGrpSpPr/>
        <p:nvPr/>
      </p:nvGrpSpPr>
      <p:grpSpPr>
        <a:xfrm>
          <a:off x="0" y="0"/>
          <a:ext cx="0" cy="0"/>
          <a:chOff x="0" y="0"/>
          <a:chExt cx="0" cy="0"/>
        </a:xfrm>
      </p:grpSpPr>
      <p:sp>
        <p:nvSpPr>
          <p:cNvPr id="57" name="Google Shape;57;p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8" name="Google Shape;58;p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9" name="Google Shape;5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60" name="Shape 60"/>
        <p:cNvGrpSpPr/>
        <p:nvPr/>
      </p:nvGrpSpPr>
      <p:grpSpPr>
        <a:xfrm>
          <a:off x="0" y="0"/>
          <a:ext cx="0" cy="0"/>
          <a:chOff x="0" y="0"/>
          <a:chExt cx="0" cy="0"/>
        </a:xfrm>
      </p:grpSpPr>
      <p:sp>
        <p:nvSpPr>
          <p:cNvPr id="61" name="Google Shape;61;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 name="Google Shape;6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3" name="Shape 63"/>
        <p:cNvGrpSpPr/>
        <p:nvPr/>
      </p:nvGrpSpPr>
      <p:grpSpPr>
        <a:xfrm>
          <a:off x="0" y="0"/>
          <a:ext cx="0" cy="0"/>
          <a:chOff x="0" y="0"/>
          <a:chExt cx="0" cy="0"/>
        </a:xfrm>
      </p:grpSpPr>
      <p:sp>
        <p:nvSpPr>
          <p:cNvPr id="64" name="Google Shape;64;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6" name="Google Shape;66;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 name="Google Shape;6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69" name="Shape 69"/>
        <p:cNvGrpSpPr/>
        <p:nvPr/>
      </p:nvGrpSpPr>
      <p:grpSpPr>
        <a:xfrm>
          <a:off x="0" y="0"/>
          <a:ext cx="0" cy="0"/>
          <a:chOff x="0" y="0"/>
          <a:chExt cx="0" cy="0"/>
        </a:xfrm>
      </p:grpSpPr>
      <p:sp>
        <p:nvSpPr>
          <p:cNvPr id="70" name="Google Shape;70;p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71" name="Google Shape;7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2" name="Shape 72"/>
        <p:cNvGrpSpPr/>
        <p:nvPr/>
      </p:nvGrpSpPr>
      <p:grpSpPr>
        <a:xfrm>
          <a:off x="0" y="0"/>
          <a:ext cx="0" cy="0"/>
          <a:chOff x="0" y="0"/>
          <a:chExt cx="0" cy="0"/>
        </a:xfrm>
      </p:grpSpPr>
      <p:sp>
        <p:nvSpPr>
          <p:cNvPr id="73" name="Google Shape;73;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4" name="Google Shape;74;p1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5" name="Google Shape;7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8" name="Shape 78"/>
        <p:cNvGrpSpPr/>
        <p:nvPr/>
      </p:nvGrpSpPr>
      <p:grpSpPr>
        <a:xfrm>
          <a:off x="0" y="0"/>
          <a:ext cx="0" cy="0"/>
          <a:chOff x="0" y="0"/>
          <a:chExt cx="0" cy="0"/>
        </a:xfrm>
      </p:grpSpPr>
      <p:sp>
        <p:nvSpPr>
          <p:cNvPr id="79" name="Google Shape;79;p14"/>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 name="Google Shape;8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2" name="Google Shape;82;p1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 name="Google Shape;83;p1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4" name="Google Shape;84;p1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5" name="Google Shape;85;p1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6" name="Google Shape;86;p1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87" name="Shape 87"/>
        <p:cNvGrpSpPr/>
        <p:nvPr/>
      </p:nvGrpSpPr>
      <p:grpSpPr>
        <a:xfrm>
          <a:off x="0" y="0"/>
          <a:ext cx="0" cy="0"/>
          <a:chOff x="0" y="0"/>
          <a:chExt cx="0" cy="0"/>
        </a:xfrm>
      </p:grpSpPr>
      <p:sp>
        <p:nvSpPr>
          <p:cNvPr id="88" name="Google Shape;8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15"/>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 name="Google Shape;90;p15"/>
          <p:cNvSpPr/>
          <p:nvPr>
            <p:ph idx="2" type="pic"/>
          </p:nvPr>
        </p:nvSpPr>
        <p:spPr>
          <a:xfrm>
            <a:off x="4992024" y="1152775"/>
            <a:ext cx="3840300" cy="3416400"/>
          </a:xfrm>
          <a:prstGeom prst="rect">
            <a:avLst/>
          </a:prstGeom>
          <a:noFill/>
          <a:ln>
            <a:noFill/>
          </a:ln>
        </p:spPr>
      </p:sp>
      <p:sp>
        <p:nvSpPr>
          <p:cNvPr id="91" name="Google Shape;9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92" name="Shape 92"/>
        <p:cNvGrpSpPr/>
        <p:nvPr/>
      </p:nvGrpSpPr>
      <p:grpSpPr>
        <a:xfrm>
          <a:off x="0" y="0"/>
          <a:ext cx="0" cy="0"/>
          <a:chOff x="0" y="0"/>
          <a:chExt cx="0" cy="0"/>
        </a:xfrm>
      </p:grpSpPr>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 name="Google Shape;94;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5" name="Google Shape;95;p16"/>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 name="Google Shape;97;p1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8" name="Google Shape;98;p1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99" name="Shape 99"/>
        <p:cNvGrpSpPr/>
        <p:nvPr/>
      </p:nvGrpSpPr>
      <p:grpSpPr>
        <a:xfrm>
          <a:off x="0" y="0"/>
          <a:ext cx="0" cy="0"/>
          <a:chOff x="0" y="0"/>
          <a:chExt cx="0" cy="0"/>
        </a:xfrm>
      </p:grpSpPr>
      <p:sp>
        <p:nvSpPr>
          <p:cNvPr id="100" name="Google Shape;10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1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2" name="Google Shape;102;p1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3" name="Google Shape;103;p17"/>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4" name="Google Shape;104;p1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5" name="Google Shape;105;p1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6" name="Google Shape;106;p1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7" name="Google Shape;107;p1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08" name="Shape 108"/>
        <p:cNvGrpSpPr/>
        <p:nvPr/>
      </p:nvGrpSpPr>
      <p:grpSpPr>
        <a:xfrm>
          <a:off x="0" y="0"/>
          <a:ext cx="0" cy="0"/>
          <a:chOff x="0" y="0"/>
          <a:chExt cx="0" cy="0"/>
        </a:xfrm>
      </p:grpSpPr>
      <p:sp>
        <p:nvSpPr>
          <p:cNvPr id="109" name="Google Shape;10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0" name="Google Shape;110;p18"/>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1" name="Google Shape;111;p1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2" name="Google Shape;112;p1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8"/>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5" name="Google Shape;115;p1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6" name="Google Shape;116;p1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7" name="Google Shape;117;p1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8" name="Google Shape;118;p1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1" name="Google Shape;1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2" name="Google Shape;122;p1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23" name="Shape 123"/>
        <p:cNvGrpSpPr/>
        <p:nvPr/>
      </p:nvGrpSpPr>
      <p:grpSpPr>
        <a:xfrm>
          <a:off x="0" y="0"/>
          <a:ext cx="0" cy="0"/>
          <a:chOff x="0" y="0"/>
          <a:chExt cx="0" cy="0"/>
        </a:xfrm>
      </p:grpSpPr>
      <p:sp>
        <p:nvSpPr>
          <p:cNvPr id="124" name="Google Shape;124;p20"/>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5" name="Google Shape;125;p20"/>
          <p:cNvSpPr/>
          <p:nvPr>
            <p:ph idx="2" type="pic"/>
          </p:nvPr>
        </p:nvSpPr>
        <p:spPr>
          <a:xfrm>
            <a:off x="4804825" y="1133300"/>
            <a:ext cx="4027500" cy="2392800"/>
          </a:xfrm>
          <a:prstGeom prst="rect">
            <a:avLst/>
          </a:prstGeom>
          <a:noFill/>
          <a:ln>
            <a:noFill/>
          </a:ln>
        </p:spPr>
      </p:sp>
      <p:sp>
        <p:nvSpPr>
          <p:cNvPr id="126" name="Google Shape;126;p20"/>
          <p:cNvSpPr/>
          <p:nvPr>
            <p:ph idx="3" type="pic"/>
          </p:nvPr>
        </p:nvSpPr>
        <p:spPr>
          <a:xfrm>
            <a:off x="311725" y="1133300"/>
            <a:ext cx="4027500" cy="2392800"/>
          </a:xfrm>
          <a:prstGeom prst="rect">
            <a:avLst/>
          </a:prstGeom>
          <a:noFill/>
          <a:ln>
            <a:noFill/>
          </a:ln>
        </p:spPr>
      </p:sp>
      <p:sp>
        <p:nvSpPr>
          <p:cNvPr id="127" name="Google Shape;127;p2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8" name="Google Shape;12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9" name="Google Shape;12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2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1" name="Google Shape;131;p2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32" name="Shape 132"/>
        <p:cNvGrpSpPr/>
        <p:nvPr/>
      </p:nvGrpSpPr>
      <p:grpSpPr>
        <a:xfrm>
          <a:off x="0" y="0"/>
          <a:ext cx="0" cy="0"/>
          <a:chOff x="0" y="0"/>
          <a:chExt cx="0" cy="0"/>
        </a:xfrm>
      </p:grpSpPr>
      <p:sp>
        <p:nvSpPr>
          <p:cNvPr id="133" name="Google Shape;133;p21"/>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4" name="Google Shape;134;p21"/>
          <p:cNvSpPr/>
          <p:nvPr>
            <p:ph idx="2" type="pic"/>
          </p:nvPr>
        </p:nvSpPr>
        <p:spPr>
          <a:xfrm>
            <a:off x="6205225" y="1128325"/>
            <a:ext cx="2627100" cy="2273100"/>
          </a:xfrm>
          <a:prstGeom prst="rect">
            <a:avLst/>
          </a:prstGeom>
          <a:noFill/>
          <a:ln>
            <a:noFill/>
          </a:ln>
        </p:spPr>
      </p:sp>
      <p:sp>
        <p:nvSpPr>
          <p:cNvPr id="135" name="Google Shape;135;p21"/>
          <p:cNvSpPr/>
          <p:nvPr>
            <p:ph idx="3" type="pic"/>
          </p:nvPr>
        </p:nvSpPr>
        <p:spPr>
          <a:xfrm>
            <a:off x="311725" y="1128325"/>
            <a:ext cx="2627100" cy="2273100"/>
          </a:xfrm>
          <a:prstGeom prst="rect">
            <a:avLst/>
          </a:prstGeom>
          <a:noFill/>
          <a:ln>
            <a:noFill/>
          </a:ln>
        </p:spPr>
      </p:sp>
      <p:sp>
        <p:nvSpPr>
          <p:cNvPr id="136" name="Google Shape;136;p2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7" name="Google Shape;137;p21"/>
          <p:cNvSpPr/>
          <p:nvPr>
            <p:ph idx="5" type="pic"/>
          </p:nvPr>
        </p:nvSpPr>
        <p:spPr>
          <a:xfrm>
            <a:off x="3255250" y="1128325"/>
            <a:ext cx="2627100" cy="2273100"/>
          </a:xfrm>
          <a:prstGeom prst="rect">
            <a:avLst/>
          </a:prstGeom>
          <a:noFill/>
          <a:ln>
            <a:noFill/>
          </a:ln>
        </p:spPr>
      </p:sp>
      <p:sp>
        <p:nvSpPr>
          <p:cNvPr id="138" name="Google Shape;138;p2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9" name="Google Shape;13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0" name="Google Shape;14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 name="Google Shape;141;p2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2" name="Google Shape;142;p2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3" name="Google Shape;143;p2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44" name="Shape 144"/>
        <p:cNvGrpSpPr/>
        <p:nvPr/>
      </p:nvGrpSpPr>
      <p:grpSpPr>
        <a:xfrm>
          <a:off x="0" y="0"/>
          <a:ext cx="0" cy="0"/>
          <a:chOff x="0" y="0"/>
          <a:chExt cx="0" cy="0"/>
        </a:xfrm>
      </p:grpSpPr>
      <p:sp>
        <p:nvSpPr>
          <p:cNvPr id="145" name="Google Shape;145;p22"/>
          <p:cNvSpPr/>
          <p:nvPr>
            <p:ph idx="2" type="pic"/>
          </p:nvPr>
        </p:nvSpPr>
        <p:spPr>
          <a:xfrm>
            <a:off x="311700" y="445025"/>
            <a:ext cx="8520600" cy="4218300"/>
          </a:xfrm>
          <a:prstGeom prst="rect">
            <a:avLst/>
          </a:prstGeom>
          <a:noFill/>
          <a:ln>
            <a:noFill/>
          </a:ln>
        </p:spPr>
      </p:sp>
      <p:sp>
        <p:nvSpPr>
          <p:cNvPr id="146" name="Google Shape;14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47" name="Shape 147"/>
        <p:cNvGrpSpPr/>
        <p:nvPr/>
      </p:nvGrpSpPr>
      <p:grpSpPr>
        <a:xfrm>
          <a:off x="0" y="0"/>
          <a:ext cx="0" cy="0"/>
          <a:chOff x="0" y="0"/>
          <a:chExt cx="0" cy="0"/>
        </a:xfrm>
      </p:grpSpPr>
      <p:sp>
        <p:nvSpPr>
          <p:cNvPr id="148" name="Google Shape;14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9" name="Google Shape;149;p23"/>
          <p:cNvSpPr/>
          <p:nvPr>
            <p:ph idx="2" type="pic"/>
          </p:nvPr>
        </p:nvSpPr>
        <p:spPr>
          <a:xfrm>
            <a:off x="3389600" y="118913"/>
            <a:ext cx="1643700" cy="1535100"/>
          </a:xfrm>
          <a:prstGeom prst="rect">
            <a:avLst/>
          </a:prstGeom>
          <a:noFill/>
          <a:ln>
            <a:noFill/>
          </a:ln>
        </p:spPr>
      </p:sp>
      <p:sp>
        <p:nvSpPr>
          <p:cNvPr id="150" name="Google Shape;150;p23"/>
          <p:cNvSpPr/>
          <p:nvPr>
            <p:ph idx="3" type="pic"/>
          </p:nvPr>
        </p:nvSpPr>
        <p:spPr>
          <a:xfrm>
            <a:off x="5195935" y="118913"/>
            <a:ext cx="1643700" cy="1535100"/>
          </a:xfrm>
          <a:prstGeom prst="rect">
            <a:avLst/>
          </a:prstGeom>
          <a:noFill/>
          <a:ln>
            <a:noFill/>
          </a:ln>
        </p:spPr>
      </p:sp>
      <p:sp>
        <p:nvSpPr>
          <p:cNvPr id="151" name="Google Shape;151;p23"/>
          <p:cNvSpPr/>
          <p:nvPr>
            <p:ph idx="4" type="pic"/>
          </p:nvPr>
        </p:nvSpPr>
        <p:spPr>
          <a:xfrm>
            <a:off x="7002270" y="118913"/>
            <a:ext cx="1643700" cy="1535100"/>
          </a:xfrm>
          <a:prstGeom prst="rect">
            <a:avLst/>
          </a:prstGeom>
          <a:noFill/>
          <a:ln>
            <a:noFill/>
          </a:ln>
        </p:spPr>
      </p:sp>
      <p:sp>
        <p:nvSpPr>
          <p:cNvPr id="152" name="Google Shape;152;p23"/>
          <p:cNvSpPr/>
          <p:nvPr>
            <p:ph idx="5" type="pic"/>
          </p:nvPr>
        </p:nvSpPr>
        <p:spPr>
          <a:xfrm>
            <a:off x="3389588" y="1804212"/>
            <a:ext cx="1643700" cy="1535100"/>
          </a:xfrm>
          <a:prstGeom prst="rect">
            <a:avLst/>
          </a:prstGeom>
          <a:noFill/>
          <a:ln>
            <a:noFill/>
          </a:ln>
        </p:spPr>
      </p:sp>
      <p:sp>
        <p:nvSpPr>
          <p:cNvPr id="153" name="Google Shape;153;p23"/>
          <p:cNvSpPr/>
          <p:nvPr>
            <p:ph idx="6" type="pic"/>
          </p:nvPr>
        </p:nvSpPr>
        <p:spPr>
          <a:xfrm>
            <a:off x="5195922" y="1804212"/>
            <a:ext cx="1643700" cy="1535100"/>
          </a:xfrm>
          <a:prstGeom prst="rect">
            <a:avLst/>
          </a:prstGeom>
          <a:noFill/>
          <a:ln>
            <a:noFill/>
          </a:ln>
        </p:spPr>
      </p:sp>
      <p:sp>
        <p:nvSpPr>
          <p:cNvPr id="154" name="Google Shape;154;p23"/>
          <p:cNvSpPr/>
          <p:nvPr>
            <p:ph idx="7" type="pic"/>
          </p:nvPr>
        </p:nvSpPr>
        <p:spPr>
          <a:xfrm>
            <a:off x="7002257" y="1804212"/>
            <a:ext cx="1643700" cy="1535100"/>
          </a:xfrm>
          <a:prstGeom prst="rect">
            <a:avLst/>
          </a:prstGeom>
          <a:noFill/>
          <a:ln>
            <a:noFill/>
          </a:ln>
        </p:spPr>
      </p:sp>
      <p:sp>
        <p:nvSpPr>
          <p:cNvPr id="155" name="Google Shape;155;p2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6" name="Google Shape;156;p23"/>
          <p:cNvSpPr/>
          <p:nvPr>
            <p:ph idx="8" type="pic"/>
          </p:nvPr>
        </p:nvSpPr>
        <p:spPr>
          <a:xfrm>
            <a:off x="3389588" y="3489487"/>
            <a:ext cx="1643700" cy="1535100"/>
          </a:xfrm>
          <a:prstGeom prst="rect">
            <a:avLst/>
          </a:prstGeom>
          <a:noFill/>
          <a:ln>
            <a:noFill/>
          </a:ln>
        </p:spPr>
      </p:sp>
      <p:sp>
        <p:nvSpPr>
          <p:cNvPr id="157" name="Google Shape;157;p23"/>
          <p:cNvSpPr/>
          <p:nvPr>
            <p:ph idx="9" type="pic"/>
          </p:nvPr>
        </p:nvSpPr>
        <p:spPr>
          <a:xfrm>
            <a:off x="5195922" y="3489487"/>
            <a:ext cx="1643700" cy="1535100"/>
          </a:xfrm>
          <a:prstGeom prst="rect">
            <a:avLst/>
          </a:prstGeom>
          <a:noFill/>
          <a:ln>
            <a:noFill/>
          </a:ln>
        </p:spPr>
      </p:sp>
      <p:sp>
        <p:nvSpPr>
          <p:cNvPr id="158" name="Google Shape;158;p2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with Image">
  <p:cSld name="TITLE_1_1">
    <p:spTree>
      <p:nvGrpSpPr>
        <p:cNvPr id="159" name="Shape 159"/>
        <p:cNvGrpSpPr/>
        <p:nvPr/>
      </p:nvGrpSpPr>
      <p:grpSpPr>
        <a:xfrm>
          <a:off x="0" y="0"/>
          <a:ext cx="0" cy="0"/>
          <a:chOff x="0" y="0"/>
          <a:chExt cx="0" cy="0"/>
        </a:xfrm>
      </p:grpSpPr>
      <p:cxnSp>
        <p:nvCxnSpPr>
          <p:cNvPr id="160" name="Google Shape;160;p24"/>
          <p:cNvCxnSpPr/>
          <p:nvPr/>
        </p:nvCxnSpPr>
        <p:spPr>
          <a:xfrm>
            <a:off x="244425"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61" name="Google Shape;161;p24"/>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24"/>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63" name="Google Shape;163;p2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64" name="Google Shape;164;p24"/>
          <p:cNvSpPr txBox="1"/>
          <p:nvPr>
            <p:ph type="title"/>
          </p:nvPr>
        </p:nvSpPr>
        <p:spPr>
          <a:xfrm>
            <a:off x="146450" y="186951"/>
            <a:ext cx="4506900" cy="25563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
        <p:nvSpPr>
          <p:cNvPr id="165" name="Google Shape;165;p24"/>
          <p:cNvSpPr txBox="1"/>
          <p:nvPr>
            <p:ph idx="3" type="body"/>
          </p:nvPr>
        </p:nvSpPr>
        <p:spPr>
          <a:xfrm>
            <a:off x="5145950" y="230050"/>
            <a:ext cx="3420900" cy="1739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166" name="Google Shape;166;p24"/>
          <p:cNvSpPr/>
          <p:nvPr>
            <p:ph idx="4" type="pic"/>
          </p:nvPr>
        </p:nvSpPr>
        <p:spPr>
          <a:xfrm>
            <a:off x="5256200" y="1554480"/>
            <a:ext cx="3200400" cy="4517100"/>
          </a:xfrm>
          <a:prstGeom prst="roundRect">
            <a:avLst>
              <a:gd fmla="val 16667" name="adj"/>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1">
  <p:cSld name="TITLE_1_1_1">
    <p:spTree>
      <p:nvGrpSpPr>
        <p:cNvPr id="167" name="Shape 167"/>
        <p:cNvGrpSpPr/>
        <p:nvPr/>
      </p:nvGrpSpPr>
      <p:grpSpPr>
        <a:xfrm>
          <a:off x="0" y="0"/>
          <a:ext cx="0" cy="0"/>
          <a:chOff x="0" y="0"/>
          <a:chExt cx="0" cy="0"/>
        </a:xfrm>
      </p:grpSpPr>
      <p:cxnSp>
        <p:nvCxnSpPr>
          <p:cNvPr id="168" name="Google Shape;168;p25"/>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69" name="Google Shape;169;p25"/>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25"/>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1" name="Google Shape;171;p2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2" name="Google Shape;172;p25"/>
          <p:cNvSpPr txBox="1"/>
          <p:nvPr>
            <p:ph type="title"/>
          </p:nvPr>
        </p:nvSpPr>
        <p:spPr>
          <a:xfrm>
            <a:off x="146450" y="182880"/>
            <a:ext cx="4506900" cy="1133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
        <p:nvSpPr>
          <p:cNvPr id="173" name="Google Shape;173;p25"/>
          <p:cNvSpPr txBox="1"/>
          <p:nvPr>
            <p:ph idx="3" type="body"/>
          </p:nvPr>
        </p:nvSpPr>
        <p:spPr>
          <a:xfrm>
            <a:off x="157138"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4" name="Google Shape;174;p25"/>
          <p:cNvSpPr txBox="1"/>
          <p:nvPr>
            <p:ph idx="4" type="body"/>
          </p:nvPr>
        </p:nvSpPr>
        <p:spPr>
          <a:xfrm>
            <a:off x="3280200"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5" name="Google Shape;175;p25"/>
          <p:cNvSpPr txBox="1"/>
          <p:nvPr>
            <p:ph idx="5" type="body"/>
          </p:nvPr>
        </p:nvSpPr>
        <p:spPr>
          <a:xfrm>
            <a:off x="6406288"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6" name="Google Shape;176;p25"/>
          <p:cNvSpPr txBox="1"/>
          <p:nvPr>
            <p:ph idx="6" type="subTitle"/>
          </p:nvPr>
        </p:nvSpPr>
        <p:spPr>
          <a:xfrm>
            <a:off x="154113" y="3566150"/>
            <a:ext cx="2586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177" name="Google Shape;177;p25"/>
          <p:cNvSpPr txBox="1"/>
          <p:nvPr>
            <p:ph idx="7" type="subTitle"/>
          </p:nvPr>
        </p:nvSpPr>
        <p:spPr>
          <a:xfrm>
            <a:off x="3280200" y="3566160"/>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78" name="Google Shape;178;p25"/>
          <p:cNvSpPr txBox="1"/>
          <p:nvPr>
            <p:ph idx="8" type="subTitle"/>
          </p:nvPr>
        </p:nvSpPr>
        <p:spPr>
          <a:xfrm>
            <a:off x="6406288" y="3566160"/>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2">
  <p:cSld name="TITLE_1_1_1_1">
    <p:spTree>
      <p:nvGrpSpPr>
        <p:cNvPr id="179" name="Shape 179"/>
        <p:cNvGrpSpPr/>
        <p:nvPr/>
      </p:nvGrpSpPr>
      <p:grpSpPr>
        <a:xfrm>
          <a:off x="0" y="0"/>
          <a:ext cx="0" cy="0"/>
          <a:chOff x="0" y="0"/>
          <a:chExt cx="0" cy="0"/>
        </a:xfrm>
      </p:grpSpPr>
      <p:cxnSp>
        <p:nvCxnSpPr>
          <p:cNvPr id="180" name="Google Shape;180;p26"/>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81" name="Google Shape;181;p26"/>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26"/>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83" name="Google Shape;183;p26"/>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84" name="Google Shape;184;p26"/>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 name="Google Shape;185;p26"/>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186" name="Google Shape;186;p26"/>
          <p:cNvSpPr txBox="1"/>
          <p:nvPr>
            <p:ph idx="4" type="body"/>
          </p:nvPr>
        </p:nvSpPr>
        <p:spPr>
          <a:xfrm>
            <a:off x="4114800" y="1538254"/>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87" name="Google Shape;187;p26"/>
          <p:cNvSpPr txBox="1"/>
          <p:nvPr>
            <p:ph idx="5" type="subTitle"/>
          </p:nvPr>
        </p:nvSpPr>
        <p:spPr>
          <a:xfrm>
            <a:off x="4114800" y="1263925"/>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88" name="Google Shape;188;p26"/>
          <p:cNvSpPr txBox="1"/>
          <p:nvPr>
            <p:ph idx="6" type="body"/>
          </p:nvPr>
        </p:nvSpPr>
        <p:spPr>
          <a:xfrm>
            <a:off x="6492240" y="1538254"/>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89" name="Google Shape;189;p26"/>
          <p:cNvSpPr txBox="1"/>
          <p:nvPr>
            <p:ph idx="7" type="subTitle"/>
          </p:nvPr>
        </p:nvSpPr>
        <p:spPr>
          <a:xfrm>
            <a:off x="6492240" y="1263925"/>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90" name="Google Shape;190;p26"/>
          <p:cNvSpPr txBox="1"/>
          <p:nvPr>
            <p:ph idx="8" type="body"/>
          </p:nvPr>
        </p:nvSpPr>
        <p:spPr>
          <a:xfrm>
            <a:off x="4114800" y="3763029"/>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91" name="Google Shape;191;p26"/>
          <p:cNvSpPr txBox="1"/>
          <p:nvPr>
            <p:ph idx="9" type="subTitle"/>
          </p:nvPr>
        </p:nvSpPr>
        <p:spPr>
          <a:xfrm>
            <a:off x="4114800" y="3488700"/>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92" name="Google Shape;192;p26"/>
          <p:cNvSpPr txBox="1"/>
          <p:nvPr>
            <p:ph idx="13" type="body"/>
          </p:nvPr>
        </p:nvSpPr>
        <p:spPr>
          <a:xfrm>
            <a:off x="6492240" y="3763029"/>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93" name="Google Shape;193;p26"/>
          <p:cNvSpPr txBox="1"/>
          <p:nvPr>
            <p:ph idx="14" type="subTitle"/>
          </p:nvPr>
        </p:nvSpPr>
        <p:spPr>
          <a:xfrm>
            <a:off x="6492240" y="3488700"/>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
  <p:cSld name="TITLE_1_1_1_1_1">
    <p:spTree>
      <p:nvGrpSpPr>
        <p:cNvPr id="194" name="Shape 194"/>
        <p:cNvGrpSpPr/>
        <p:nvPr/>
      </p:nvGrpSpPr>
      <p:grpSpPr>
        <a:xfrm>
          <a:off x="0" y="0"/>
          <a:ext cx="0" cy="0"/>
          <a:chOff x="0" y="0"/>
          <a:chExt cx="0" cy="0"/>
        </a:xfrm>
      </p:grpSpPr>
      <p:cxnSp>
        <p:nvCxnSpPr>
          <p:cNvPr id="195" name="Google Shape;195;p27"/>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96" name="Google Shape;196;p27"/>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27"/>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98" name="Google Shape;198;p2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99" name="Google Shape;199;p27"/>
          <p:cNvSpPr txBox="1"/>
          <p:nvPr>
            <p:ph type="title"/>
          </p:nvPr>
        </p:nvSpPr>
        <p:spPr>
          <a:xfrm>
            <a:off x="708600" y="1371600"/>
            <a:ext cx="32943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0" name="Google Shape;200;p27"/>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p:cSld name="TITLE_1_1_1_1_1_2">
    <p:spTree>
      <p:nvGrpSpPr>
        <p:cNvPr id="201" name="Shape 201"/>
        <p:cNvGrpSpPr/>
        <p:nvPr/>
      </p:nvGrpSpPr>
      <p:grpSpPr>
        <a:xfrm>
          <a:off x="0" y="0"/>
          <a:ext cx="0" cy="0"/>
          <a:chOff x="0" y="0"/>
          <a:chExt cx="0" cy="0"/>
        </a:xfrm>
      </p:grpSpPr>
      <p:cxnSp>
        <p:nvCxnSpPr>
          <p:cNvPr id="202" name="Google Shape;202;p28"/>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03" name="Google Shape;203;p28"/>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8"/>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05" name="Google Shape;205;p28"/>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06" name="Google Shape;206;p28"/>
          <p:cNvSpPr txBox="1"/>
          <p:nvPr>
            <p:ph type="title"/>
          </p:nvPr>
        </p:nvSpPr>
        <p:spPr>
          <a:xfrm>
            <a:off x="5366000" y="1371600"/>
            <a:ext cx="32943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7" name="Google Shape;207;p28"/>
          <p:cNvSpPr txBox="1"/>
          <p:nvPr>
            <p:ph idx="3" type="body"/>
          </p:nvPr>
        </p:nvSpPr>
        <p:spPr>
          <a:xfrm>
            <a:off x="53660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TITLE_1_1_1_1_1_2_2">
    <p:spTree>
      <p:nvGrpSpPr>
        <p:cNvPr id="208" name="Shape 208"/>
        <p:cNvGrpSpPr/>
        <p:nvPr/>
      </p:nvGrpSpPr>
      <p:grpSpPr>
        <a:xfrm>
          <a:off x="0" y="0"/>
          <a:ext cx="0" cy="0"/>
          <a:chOff x="0" y="0"/>
          <a:chExt cx="0" cy="0"/>
        </a:xfrm>
      </p:grpSpPr>
      <p:cxnSp>
        <p:nvCxnSpPr>
          <p:cNvPr id="209" name="Google Shape;209;p29"/>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10" name="Google Shape;210;p29"/>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9"/>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2" name="Google Shape;212;p29"/>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Top">
  <p:cSld name="TITLE_1_1_1_1_1_2_1">
    <p:spTree>
      <p:nvGrpSpPr>
        <p:cNvPr id="213" name="Shape 213"/>
        <p:cNvGrpSpPr/>
        <p:nvPr/>
      </p:nvGrpSpPr>
      <p:grpSpPr>
        <a:xfrm>
          <a:off x="0" y="0"/>
          <a:ext cx="0" cy="0"/>
          <a:chOff x="0" y="0"/>
          <a:chExt cx="0" cy="0"/>
        </a:xfrm>
      </p:grpSpPr>
      <p:cxnSp>
        <p:nvCxnSpPr>
          <p:cNvPr id="214" name="Google Shape;214;p30"/>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15" name="Google Shape;215;p30"/>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0"/>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7" name="Google Shape;217;p30"/>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8" name="Google Shape;218;p30"/>
          <p:cNvSpPr txBox="1"/>
          <p:nvPr>
            <p:ph type="title"/>
          </p:nvPr>
        </p:nvSpPr>
        <p:spPr>
          <a:xfrm>
            <a:off x="146450" y="186948"/>
            <a:ext cx="4506900" cy="1189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 name="Google Shape;219;p30"/>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Q">
  <p:cSld name="TITLE_1_1_1_1_1_2_1_2">
    <p:spTree>
      <p:nvGrpSpPr>
        <p:cNvPr id="220" name="Shape 220"/>
        <p:cNvGrpSpPr/>
        <p:nvPr/>
      </p:nvGrpSpPr>
      <p:grpSpPr>
        <a:xfrm>
          <a:off x="0" y="0"/>
          <a:ext cx="0" cy="0"/>
          <a:chOff x="0" y="0"/>
          <a:chExt cx="0" cy="0"/>
        </a:xfrm>
      </p:grpSpPr>
      <p:sp>
        <p:nvSpPr>
          <p:cNvPr id="221" name="Google Shape;221;p31"/>
          <p:cNvSpPr txBox="1"/>
          <p:nvPr>
            <p:ph idx="1" type="body"/>
          </p:nvPr>
        </p:nvSpPr>
        <p:spPr>
          <a:xfrm>
            <a:off x="5023625" y="657479"/>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cxnSp>
        <p:nvCxnSpPr>
          <p:cNvPr id="222" name="Google Shape;222;p31"/>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23" name="Google Shape;223;p31"/>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1"/>
          <p:cNvSpPr txBox="1"/>
          <p:nvPr>
            <p:ph idx="2"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5" name="Google Shape;225;p31"/>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6" name="Google Shape;226;p31"/>
          <p:cNvSpPr txBox="1"/>
          <p:nvPr>
            <p:ph type="title"/>
          </p:nvPr>
        </p:nvSpPr>
        <p:spPr>
          <a:xfrm>
            <a:off x="146450" y="186948"/>
            <a:ext cx="4506900" cy="12972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7" name="Google Shape;227;p31"/>
          <p:cNvSpPr txBox="1"/>
          <p:nvPr>
            <p:ph idx="4" type="subTitle"/>
          </p:nvPr>
        </p:nvSpPr>
        <p:spPr>
          <a:xfrm>
            <a:off x="5023625" y="218925"/>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28" name="Google Shape;228;p31"/>
          <p:cNvSpPr txBox="1"/>
          <p:nvPr>
            <p:ph idx="5" type="body"/>
          </p:nvPr>
        </p:nvSpPr>
        <p:spPr>
          <a:xfrm>
            <a:off x="5023625" y="2214467"/>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29" name="Google Shape;229;p31"/>
          <p:cNvSpPr txBox="1"/>
          <p:nvPr>
            <p:ph idx="6" type="subTitle"/>
          </p:nvPr>
        </p:nvSpPr>
        <p:spPr>
          <a:xfrm>
            <a:off x="5023625" y="1775913"/>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30" name="Google Shape;230;p31"/>
          <p:cNvSpPr txBox="1"/>
          <p:nvPr>
            <p:ph idx="7" type="body"/>
          </p:nvPr>
        </p:nvSpPr>
        <p:spPr>
          <a:xfrm>
            <a:off x="5023625" y="3771454"/>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31" name="Google Shape;231;p31"/>
          <p:cNvSpPr txBox="1"/>
          <p:nvPr>
            <p:ph idx="8" type="subTitle"/>
          </p:nvPr>
        </p:nvSpPr>
        <p:spPr>
          <a:xfrm>
            <a:off x="5023625" y="3332900"/>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TITLE_1_1_1_1_1_2_1_1">
    <p:spTree>
      <p:nvGrpSpPr>
        <p:cNvPr id="232" name="Shape 232"/>
        <p:cNvGrpSpPr/>
        <p:nvPr/>
      </p:nvGrpSpPr>
      <p:grpSpPr>
        <a:xfrm>
          <a:off x="0" y="0"/>
          <a:ext cx="0" cy="0"/>
          <a:chOff x="0" y="0"/>
          <a:chExt cx="0" cy="0"/>
        </a:xfrm>
      </p:grpSpPr>
      <p:cxnSp>
        <p:nvCxnSpPr>
          <p:cNvPr id="233" name="Google Shape;233;p32"/>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34" name="Google Shape;234;p32"/>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2"/>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6" name="Google Shape;236;p32"/>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7" name="Google Shape;237;p32"/>
          <p:cNvSpPr txBox="1"/>
          <p:nvPr>
            <p:ph type="title"/>
          </p:nvPr>
        </p:nvSpPr>
        <p:spPr>
          <a:xfrm>
            <a:off x="146450" y="186949"/>
            <a:ext cx="4506900" cy="735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8" name="Google Shape;238;p32"/>
          <p:cNvSpPr txBox="1"/>
          <p:nvPr>
            <p:ph idx="3" type="body"/>
          </p:nvPr>
        </p:nvSpPr>
        <p:spPr>
          <a:xfrm>
            <a:off x="146450" y="2054029"/>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39" name="Google Shape;239;p32"/>
          <p:cNvSpPr txBox="1"/>
          <p:nvPr>
            <p:ph idx="4" type="subTitle"/>
          </p:nvPr>
        </p:nvSpPr>
        <p:spPr>
          <a:xfrm>
            <a:off x="146450" y="1615475"/>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0" name="Google Shape;240;p32"/>
          <p:cNvSpPr txBox="1"/>
          <p:nvPr>
            <p:ph idx="5" type="body"/>
          </p:nvPr>
        </p:nvSpPr>
        <p:spPr>
          <a:xfrm>
            <a:off x="146450" y="3418408"/>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1" name="Google Shape;241;p32"/>
          <p:cNvSpPr txBox="1"/>
          <p:nvPr>
            <p:ph idx="6" type="subTitle"/>
          </p:nvPr>
        </p:nvSpPr>
        <p:spPr>
          <a:xfrm>
            <a:off x="146450" y="2979854"/>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2" name="Google Shape;242;p32"/>
          <p:cNvSpPr txBox="1"/>
          <p:nvPr>
            <p:ph idx="7" type="body"/>
          </p:nvPr>
        </p:nvSpPr>
        <p:spPr>
          <a:xfrm>
            <a:off x="3879320" y="2054029"/>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3" name="Google Shape;243;p32"/>
          <p:cNvSpPr txBox="1"/>
          <p:nvPr>
            <p:ph idx="8" type="subTitle"/>
          </p:nvPr>
        </p:nvSpPr>
        <p:spPr>
          <a:xfrm>
            <a:off x="3879320" y="1615475"/>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4" name="Google Shape;244;p32"/>
          <p:cNvSpPr txBox="1"/>
          <p:nvPr>
            <p:ph idx="9" type="body"/>
          </p:nvPr>
        </p:nvSpPr>
        <p:spPr>
          <a:xfrm>
            <a:off x="3879320" y="3418408"/>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5" name="Google Shape;245;p32"/>
          <p:cNvSpPr txBox="1"/>
          <p:nvPr>
            <p:ph idx="13" type="subTitle"/>
          </p:nvPr>
        </p:nvSpPr>
        <p:spPr>
          <a:xfrm>
            <a:off x="3879320" y="2979854"/>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TITLE_1_1_1_1_1_1">
    <p:spTree>
      <p:nvGrpSpPr>
        <p:cNvPr id="246" name="Shape 246"/>
        <p:cNvGrpSpPr/>
        <p:nvPr/>
      </p:nvGrpSpPr>
      <p:grpSpPr>
        <a:xfrm>
          <a:off x="0" y="0"/>
          <a:ext cx="0" cy="0"/>
          <a:chOff x="0" y="0"/>
          <a:chExt cx="0" cy="0"/>
        </a:xfrm>
      </p:grpSpPr>
      <p:cxnSp>
        <p:nvCxnSpPr>
          <p:cNvPr id="247" name="Google Shape;247;p33"/>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48" name="Google Shape;248;p33"/>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50" name="Google Shape;250;p33"/>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51" name="Google Shape;251;p33"/>
          <p:cNvSpPr txBox="1"/>
          <p:nvPr>
            <p:ph idx="3" type="body"/>
          </p:nvPr>
        </p:nvSpPr>
        <p:spPr>
          <a:xfrm>
            <a:off x="538138"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2" name="Google Shape;252;p33"/>
          <p:cNvSpPr txBox="1"/>
          <p:nvPr>
            <p:ph idx="4" type="body"/>
          </p:nvPr>
        </p:nvSpPr>
        <p:spPr>
          <a:xfrm>
            <a:off x="3280200"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3" name="Google Shape;253;p33"/>
          <p:cNvSpPr txBox="1"/>
          <p:nvPr>
            <p:ph idx="5" type="body"/>
          </p:nvPr>
        </p:nvSpPr>
        <p:spPr>
          <a:xfrm>
            <a:off x="6025288"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4" name="Google Shape;254;p33"/>
          <p:cNvSpPr txBox="1"/>
          <p:nvPr>
            <p:ph idx="6" type="subTitle"/>
          </p:nvPr>
        </p:nvSpPr>
        <p:spPr>
          <a:xfrm>
            <a:off x="535113" y="216218"/>
            <a:ext cx="2586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55" name="Google Shape;255;p33"/>
          <p:cNvSpPr txBox="1"/>
          <p:nvPr>
            <p:ph idx="7" type="subTitle"/>
          </p:nvPr>
        </p:nvSpPr>
        <p:spPr>
          <a:xfrm>
            <a:off x="3280200" y="216228"/>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56" name="Google Shape;256;p33"/>
          <p:cNvSpPr txBox="1"/>
          <p:nvPr>
            <p:ph idx="8" type="subTitle"/>
          </p:nvPr>
        </p:nvSpPr>
        <p:spPr>
          <a:xfrm>
            <a:off x="6025288" y="216228"/>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ne Blank">
  <p:cSld name="TITLE_1_1_1_1_1_1_1">
    <p:spTree>
      <p:nvGrpSpPr>
        <p:cNvPr id="257" name="Shape 257"/>
        <p:cNvGrpSpPr/>
        <p:nvPr/>
      </p:nvGrpSpPr>
      <p:grpSpPr>
        <a:xfrm>
          <a:off x="0" y="0"/>
          <a:ext cx="0" cy="0"/>
          <a:chOff x="0" y="0"/>
          <a:chExt cx="0" cy="0"/>
        </a:xfrm>
      </p:grpSpPr>
      <p:sp>
        <p:nvSpPr>
          <p:cNvPr id="258" name="Google Shape;258;p34"/>
          <p:cNvSpPr/>
          <p:nvPr/>
        </p:nvSpPr>
        <p:spPr>
          <a:xfrm>
            <a:off x="4830625" y="579550"/>
            <a:ext cx="3188700" cy="6824700"/>
          </a:xfrm>
          <a:prstGeom prst="roundRect">
            <a:avLst>
              <a:gd fmla="val 165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259" name="Google Shape;259;p34"/>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4"/>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1" name="Google Shape;261;p3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2" name="Google Shape;262;p34"/>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3" name="Google Shape;263;p34"/>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64" name="Google Shape;264;p34"/>
          <p:cNvSpPr/>
          <p:nvPr/>
        </p:nvSpPr>
        <p:spPr>
          <a:xfrm>
            <a:off x="4625575" y="4726725"/>
            <a:ext cx="3598800" cy="4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265" name="Google Shape;265;p34"/>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ne with Image">
  <p:cSld name="TITLE_1_1_1_1_1_1_1_1">
    <p:spTree>
      <p:nvGrpSpPr>
        <p:cNvPr id="266" name="Shape 266"/>
        <p:cNvGrpSpPr/>
        <p:nvPr/>
      </p:nvGrpSpPr>
      <p:grpSpPr>
        <a:xfrm>
          <a:off x="0" y="0"/>
          <a:ext cx="0" cy="0"/>
          <a:chOff x="0" y="0"/>
          <a:chExt cx="0" cy="0"/>
        </a:xfrm>
      </p:grpSpPr>
      <p:sp>
        <p:nvSpPr>
          <p:cNvPr id="267" name="Google Shape;267;p35"/>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35"/>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9" name="Google Shape;269;p3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0" name="Google Shape;270;p35"/>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1" name="Google Shape;271;p35"/>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cxnSp>
        <p:nvCxnSpPr>
          <p:cNvPr id="272" name="Google Shape;272;p35"/>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73" name="Google Shape;273;p35"/>
          <p:cNvSpPr/>
          <p:nvPr>
            <p:ph idx="4" type="pic"/>
          </p:nvPr>
        </p:nvSpPr>
        <p:spPr>
          <a:xfrm>
            <a:off x="4839625" y="589800"/>
            <a:ext cx="3169800" cy="6802500"/>
          </a:xfrm>
          <a:prstGeom prst="roundRect">
            <a:avLst>
              <a:gd fmla="val 16574" name="adj"/>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 Library">
  <p:cSld name="TITLE_1_1_1_1_1_1_1_1_1">
    <p:spTree>
      <p:nvGrpSpPr>
        <p:cNvPr id="274" name="Shape 274"/>
        <p:cNvGrpSpPr/>
        <p:nvPr/>
      </p:nvGrpSpPr>
      <p:grpSpPr>
        <a:xfrm>
          <a:off x="0" y="0"/>
          <a:ext cx="0" cy="0"/>
          <a:chOff x="0" y="0"/>
          <a:chExt cx="0" cy="0"/>
        </a:xfrm>
      </p:grpSpPr>
      <p:sp>
        <p:nvSpPr>
          <p:cNvPr id="275" name="Google Shape;275;p36"/>
          <p:cNvSpPr/>
          <p:nvPr>
            <p:ph idx="2" type="pic"/>
          </p:nvPr>
        </p:nvSpPr>
        <p:spPr>
          <a:xfrm>
            <a:off x="4506725" y="1592725"/>
            <a:ext cx="4389000" cy="2724900"/>
          </a:xfrm>
          <a:prstGeom prst="roundRect">
            <a:avLst>
              <a:gd fmla="val 7298" name="adj"/>
            </a:avLst>
          </a:prstGeom>
          <a:noFill/>
          <a:ln cap="flat" cmpd="sng" w="19050">
            <a:solidFill>
              <a:schemeClr val="dk1"/>
            </a:solidFill>
            <a:prstDash val="solid"/>
            <a:round/>
            <a:headEnd len="sm" w="sm" type="none"/>
            <a:tailEnd len="sm" w="sm" type="none"/>
          </a:ln>
        </p:spPr>
      </p:sp>
      <p:sp>
        <p:nvSpPr>
          <p:cNvPr id="276" name="Google Shape;276;p36"/>
          <p:cNvSpPr/>
          <p:nvPr>
            <p:ph idx="3" type="pic"/>
          </p:nvPr>
        </p:nvSpPr>
        <p:spPr>
          <a:xfrm>
            <a:off x="2058025" y="1592725"/>
            <a:ext cx="1947600" cy="2724900"/>
          </a:xfrm>
          <a:prstGeom prst="roundRect">
            <a:avLst>
              <a:gd fmla="val 8007" name="adj"/>
            </a:avLst>
          </a:prstGeom>
          <a:noFill/>
          <a:ln cap="flat" cmpd="sng" w="19050">
            <a:solidFill>
              <a:schemeClr val="dk1"/>
            </a:solidFill>
            <a:prstDash val="solid"/>
            <a:round/>
            <a:headEnd len="sm" w="sm" type="none"/>
            <a:tailEnd len="sm" w="sm" type="none"/>
          </a:ln>
        </p:spPr>
      </p:sp>
      <p:sp>
        <p:nvSpPr>
          <p:cNvPr id="277" name="Google Shape;277;p36"/>
          <p:cNvSpPr/>
          <p:nvPr>
            <p:ph idx="4" type="pic"/>
          </p:nvPr>
        </p:nvSpPr>
        <p:spPr>
          <a:xfrm>
            <a:off x="244425" y="1592725"/>
            <a:ext cx="1312500" cy="2724900"/>
          </a:xfrm>
          <a:prstGeom prst="roundRect">
            <a:avLst>
              <a:gd fmla="val 16574" name="adj"/>
            </a:avLst>
          </a:prstGeom>
          <a:noFill/>
          <a:ln cap="flat" cmpd="sng" w="19050">
            <a:solidFill>
              <a:schemeClr val="dk1"/>
            </a:solidFill>
            <a:prstDash val="solid"/>
            <a:round/>
            <a:headEnd len="sm" w="sm" type="none"/>
            <a:tailEnd len="sm" w="sm" type="none"/>
          </a:ln>
        </p:spPr>
      </p:sp>
      <p:sp>
        <p:nvSpPr>
          <p:cNvPr id="278" name="Google Shape;278;p36"/>
          <p:cNvSpPr txBox="1"/>
          <p:nvPr/>
        </p:nvSpPr>
        <p:spPr>
          <a:xfrm>
            <a:off x="244424" y="1093100"/>
            <a:ext cx="13125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Phone</a:t>
            </a:r>
            <a:endParaRPr/>
          </a:p>
        </p:txBody>
      </p:sp>
      <p:sp>
        <p:nvSpPr>
          <p:cNvPr id="279" name="Google Shape;279;p36"/>
          <p:cNvSpPr txBox="1"/>
          <p:nvPr/>
        </p:nvSpPr>
        <p:spPr>
          <a:xfrm>
            <a:off x="2047975" y="1093100"/>
            <a:ext cx="19677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Tablet</a:t>
            </a:r>
            <a:endParaRPr/>
          </a:p>
        </p:txBody>
      </p:sp>
      <p:sp>
        <p:nvSpPr>
          <p:cNvPr id="280" name="Google Shape;280;p36"/>
          <p:cNvSpPr txBox="1"/>
          <p:nvPr/>
        </p:nvSpPr>
        <p:spPr>
          <a:xfrm>
            <a:off x="4506725" y="1093100"/>
            <a:ext cx="44100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Desktop</a:t>
            </a:r>
            <a:endParaRPr/>
          </a:p>
        </p:txBody>
      </p:sp>
      <p:cxnSp>
        <p:nvCxnSpPr>
          <p:cNvPr id="281" name="Google Shape;281;p36"/>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82" name="Google Shape;282;p36"/>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36"/>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4" name="Google Shape;284;p36"/>
          <p:cNvSpPr txBox="1"/>
          <p:nvPr>
            <p:ph idx="5"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 Library - No Images">
  <p:cSld name="TITLE_1_1_1_1_1_1_1_1_1_1">
    <p:spTree>
      <p:nvGrpSpPr>
        <p:cNvPr id="285" name="Shape 285"/>
        <p:cNvGrpSpPr/>
        <p:nvPr/>
      </p:nvGrpSpPr>
      <p:grpSpPr>
        <a:xfrm>
          <a:off x="0" y="0"/>
          <a:ext cx="0" cy="0"/>
          <a:chOff x="0" y="0"/>
          <a:chExt cx="0" cy="0"/>
        </a:xfrm>
      </p:grpSpPr>
      <p:sp>
        <p:nvSpPr>
          <p:cNvPr id="286" name="Google Shape;286;p37"/>
          <p:cNvSpPr txBox="1"/>
          <p:nvPr/>
        </p:nvSpPr>
        <p:spPr>
          <a:xfrm>
            <a:off x="244424" y="1093100"/>
            <a:ext cx="13125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Phone</a:t>
            </a:r>
            <a:endParaRPr/>
          </a:p>
        </p:txBody>
      </p:sp>
      <p:sp>
        <p:nvSpPr>
          <p:cNvPr id="287" name="Google Shape;287;p37"/>
          <p:cNvSpPr txBox="1"/>
          <p:nvPr/>
        </p:nvSpPr>
        <p:spPr>
          <a:xfrm>
            <a:off x="2047950" y="1093100"/>
            <a:ext cx="19677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Tablet</a:t>
            </a:r>
            <a:endParaRPr/>
          </a:p>
        </p:txBody>
      </p:sp>
      <p:sp>
        <p:nvSpPr>
          <p:cNvPr id="288" name="Google Shape;288;p37"/>
          <p:cNvSpPr txBox="1"/>
          <p:nvPr/>
        </p:nvSpPr>
        <p:spPr>
          <a:xfrm>
            <a:off x="4506675" y="1093100"/>
            <a:ext cx="44100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Desktop</a:t>
            </a:r>
            <a:endParaRPr/>
          </a:p>
        </p:txBody>
      </p:sp>
      <p:cxnSp>
        <p:nvCxnSpPr>
          <p:cNvPr id="289" name="Google Shape;289;p37"/>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90" name="Google Shape;290;p37"/>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7"/>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92" name="Google Shape;292;p3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1.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9800" y="108525"/>
            <a:ext cx="8806800" cy="22788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7000"/>
              <a:buFont typeface="Lexend Medium"/>
              <a:buNone/>
              <a:defRPr sz="7000">
                <a:solidFill>
                  <a:schemeClr val="dk1"/>
                </a:solidFill>
                <a:latin typeface="Lexend Medium"/>
                <a:ea typeface="Lexend Medium"/>
                <a:cs typeface="Lexend Medium"/>
                <a:sym typeface="Lexend Medium"/>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7" name="Google Shape;7;p1"/>
          <p:cNvSpPr txBox="1"/>
          <p:nvPr>
            <p:ph idx="1" type="body"/>
          </p:nvPr>
        </p:nvSpPr>
        <p:spPr>
          <a:xfrm>
            <a:off x="109800" y="2829950"/>
            <a:ext cx="8520600" cy="19788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indent="-304800" lvl="1" marL="9144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indent="-304800" lvl="2" marL="13716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indent="-304800" lvl="3" marL="1828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indent="-304800" lvl="4" marL="22860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indent="-304800" lvl="5" marL="27432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indent="-304800" lvl="6" marL="32004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indent="-304800" lvl="7" marL="36576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indent="-304800" lvl="8" marL="411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p:txBody>
      </p:sp>
      <p:sp>
        <p:nvSpPr>
          <p:cNvPr id="8" name="Google Shape;8;p1"/>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hyperlink" Target="http://www.youtube.com/watch?v=UZoklfIkoQ4" TargetMode="Externa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hyperlink" Target="https://direct.ewa.pub/proceedings/lnep/article/view/24154.html" TargetMode="External"/><Relationship Id="rId4" Type="http://schemas.openxmlformats.org/officeDocument/2006/relationships/hyperlink" Target="https://www.instituteforchildsuccess.org/ai-early-childhood-education/#:~:text=Additionally%2C%20conversational%20AI%20applications%20can,childhood%20assessment%2C%20and%20administrative%20tasks." TargetMode="External"/><Relationship Id="rId9" Type="http://schemas.openxmlformats.org/officeDocument/2006/relationships/hyperlink" Target="https://www.govtech.com/education/k-12/opinion-ai-must-heed-benefits-drawbacks-of-personalized-learning" TargetMode="External"/><Relationship Id="rId5" Type="http://schemas.openxmlformats.org/officeDocument/2006/relationships/hyperlink" Target="https://www.sciencedirect.com/science/article/pii/S2666920X23000036" TargetMode="External"/><Relationship Id="rId6" Type="http://schemas.openxmlformats.org/officeDocument/2006/relationships/hyperlink" Target="https://pmc.ncbi.nlm.nih.gov/articles/PMC11018941/" TargetMode="External"/><Relationship Id="rId7" Type="http://schemas.openxmlformats.org/officeDocument/2006/relationships/hyperlink" Target="https://elearningindustry.com/gamification-game-based-learning-two-different-things" TargetMode="External"/><Relationship Id="rId8" Type="http://schemas.openxmlformats.org/officeDocument/2006/relationships/hyperlink" Target="https://www.govtech.com/education/k-12/opinion-ai-must-heed-benefits-drawbacks-of-personalized-learning" TargetMode="External"/><Relationship Id="rId10" Type="http://schemas.openxmlformats.org/officeDocument/2006/relationships/hyperlink" Target="https://amiralearning.com/blog/the-benefits-of-providing-adaptive-technology-for-pre-k-learner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152600" y="2023363"/>
            <a:ext cx="6510300" cy="21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in Early Childhood Education</a:t>
            </a:r>
            <a:endParaRPr/>
          </a:p>
        </p:txBody>
      </p:sp>
      <p:sp>
        <p:nvSpPr>
          <p:cNvPr id="298" name="Google Shape;298;p38"/>
          <p:cNvSpPr txBox="1"/>
          <p:nvPr>
            <p:ph idx="1" type="subTitle"/>
          </p:nvPr>
        </p:nvSpPr>
        <p:spPr>
          <a:xfrm>
            <a:off x="152606" y="832000"/>
            <a:ext cx="2434500" cy="65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How to use</a:t>
            </a:r>
            <a:endParaRPr sz="2700"/>
          </a:p>
          <a:p>
            <a:pPr indent="0" lvl="0" marL="0" rtl="0" algn="l">
              <a:spcBef>
                <a:spcPts val="0"/>
              </a:spcBef>
              <a:spcAft>
                <a:spcPts val="0"/>
              </a:spcAft>
              <a:buNone/>
            </a:pPr>
            <a:r>
              <a:t/>
            </a:r>
            <a:endParaRPr/>
          </a:p>
        </p:txBody>
      </p:sp>
      <p:sp>
        <p:nvSpPr>
          <p:cNvPr id="299" name="Google Shape;299;p38"/>
          <p:cNvSpPr txBox="1"/>
          <p:nvPr>
            <p:ph idx="2" type="body"/>
          </p:nvPr>
        </p:nvSpPr>
        <p:spPr>
          <a:xfrm>
            <a:off x="3825600" y="4726725"/>
            <a:ext cx="27504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1500"/>
              <a:t>Name: Reina Sato</a:t>
            </a:r>
            <a:endParaRPr sz="1500"/>
          </a:p>
        </p:txBody>
      </p:sp>
      <p:sp>
        <p:nvSpPr>
          <p:cNvPr id="300" name="Google Shape;300;p38"/>
          <p:cNvSpPr txBox="1"/>
          <p:nvPr>
            <p:ph idx="3" type="body"/>
          </p:nvPr>
        </p:nvSpPr>
        <p:spPr>
          <a:xfrm>
            <a:off x="155625" y="4726725"/>
            <a:ext cx="24345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 December 4th, 2025</a:t>
            </a:r>
            <a:endParaRPr/>
          </a:p>
        </p:txBody>
      </p:sp>
      <p:sp>
        <p:nvSpPr>
          <p:cNvPr id="301" name="Google Shape;301;p38"/>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type="title"/>
          </p:nvPr>
        </p:nvSpPr>
        <p:spPr>
          <a:xfrm>
            <a:off x="146450" y="186954"/>
            <a:ext cx="4506900" cy="392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 to AI in Early Childhood Education  </a:t>
            </a:r>
            <a:endParaRPr/>
          </a:p>
        </p:txBody>
      </p:sp>
      <p:sp>
        <p:nvSpPr>
          <p:cNvPr id="308" name="Google Shape;308;p39"/>
          <p:cNvSpPr txBox="1"/>
          <p:nvPr>
            <p:ph idx="3" type="body"/>
          </p:nvPr>
        </p:nvSpPr>
        <p:spPr>
          <a:xfrm>
            <a:off x="5028550" y="230050"/>
            <a:ext cx="3538200" cy="43389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AI</a:t>
            </a:r>
            <a:r>
              <a:rPr lang="en" sz="1700"/>
              <a:t> helps young learners to provide students with experience to learn and interact with</a:t>
            </a:r>
            <a:endParaRPr sz="1700"/>
          </a:p>
          <a:p>
            <a:pPr indent="-336550" lvl="1" marL="914400" rtl="0" algn="l">
              <a:spcBef>
                <a:spcPts val="0"/>
              </a:spcBef>
              <a:spcAft>
                <a:spcPts val="0"/>
              </a:spcAft>
              <a:buSzPts val="1700"/>
              <a:buChar char="○"/>
            </a:pPr>
            <a:r>
              <a:rPr lang="en" sz="1700"/>
              <a:t>Robots, Kits and teach coding skills</a:t>
            </a:r>
            <a:endParaRPr sz="1700"/>
          </a:p>
          <a:p>
            <a:pPr indent="-336550" lvl="0" marL="457200" rtl="0" algn="l">
              <a:spcBef>
                <a:spcPts val="0"/>
              </a:spcBef>
              <a:spcAft>
                <a:spcPts val="0"/>
              </a:spcAft>
              <a:buSzPts val="1700"/>
              <a:buChar char="●"/>
            </a:pPr>
            <a:r>
              <a:rPr lang="en" sz="1700"/>
              <a:t>Enhance digital literacy skills, crucial thinking and problem solving. </a:t>
            </a:r>
            <a:endParaRPr sz="1700"/>
          </a:p>
          <a:p>
            <a:pPr indent="-336550" lvl="0" marL="457200" rtl="0" algn="l">
              <a:spcBef>
                <a:spcPts val="0"/>
              </a:spcBef>
              <a:spcAft>
                <a:spcPts val="0"/>
              </a:spcAft>
              <a:buSzPts val="1700"/>
              <a:buChar char="●"/>
            </a:pPr>
            <a:r>
              <a:rPr lang="en" sz="1700"/>
              <a:t>Plays a significant role in preparing for the students to engage </a:t>
            </a:r>
            <a:endParaRPr sz="1700"/>
          </a:p>
          <a:p>
            <a:pPr indent="-336550" lvl="0" marL="457200" rtl="0" algn="l">
              <a:spcBef>
                <a:spcPts val="0"/>
              </a:spcBef>
              <a:spcAft>
                <a:spcPts val="0"/>
              </a:spcAft>
              <a:buSzPts val="1700"/>
              <a:buChar char="●"/>
            </a:pPr>
            <a:r>
              <a:rPr lang="en" sz="1700"/>
              <a:t>Used for older kids but AI is used for younger ones</a:t>
            </a:r>
            <a:endParaRPr sz="1700"/>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09" name="Google Shape;309;p39"/>
          <p:cNvPicPr preferRelativeResize="0"/>
          <p:nvPr/>
        </p:nvPicPr>
        <p:blipFill>
          <a:blip r:embed="rId3">
            <a:alphaModFix/>
          </a:blip>
          <a:stretch>
            <a:fillRect/>
          </a:stretch>
        </p:blipFill>
        <p:spPr>
          <a:xfrm>
            <a:off x="244425" y="2315975"/>
            <a:ext cx="4185850" cy="218262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40"/>
          <p:cNvSpPr txBox="1"/>
          <p:nvPr>
            <p:ph type="title"/>
          </p:nvPr>
        </p:nvSpPr>
        <p:spPr>
          <a:xfrm>
            <a:off x="514175" y="1740425"/>
            <a:ext cx="3441600" cy="91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Benefits of AI in Early Childhood</a:t>
            </a:r>
            <a:endParaRPr/>
          </a:p>
        </p:txBody>
      </p:sp>
      <p:sp>
        <p:nvSpPr>
          <p:cNvPr id="316" name="Google Shape;316;p40"/>
          <p:cNvSpPr txBox="1"/>
          <p:nvPr>
            <p:ph idx="5" type="subTitle"/>
          </p:nvPr>
        </p:nvSpPr>
        <p:spPr>
          <a:xfrm>
            <a:off x="4114800" y="1263925"/>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001D35"/>
                </a:solidFill>
              </a:rPr>
              <a:t>Support teachers with administrative tasks</a:t>
            </a:r>
            <a:endParaRPr>
              <a:solidFill>
                <a:srgbClr val="001D35"/>
              </a:solidFill>
            </a:endParaRPr>
          </a:p>
        </p:txBody>
      </p:sp>
      <p:sp>
        <p:nvSpPr>
          <p:cNvPr id="317" name="Google Shape;317;p40"/>
          <p:cNvSpPr txBox="1"/>
          <p:nvPr>
            <p:ph idx="7" type="subTitle"/>
          </p:nvPr>
        </p:nvSpPr>
        <p:spPr>
          <a:xfrm>
            <a:off x="6492240" y="1263925"/>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001D35"/>
                </a:solidFill>
              </a:rPr>
              <a:t>Personalize learning experiences</a:t>
            </a:r>
            <a:endParaRPr>
              <a:solidFill>
                <a:srgbClr val="001D35"/>
              </a:solidFill>
            </a:endParaRPr>
          </a:p>
        </p:txBody>
      </p:sp>
      <p:sp>
        <p:nvSpPr>
          <p:cNvPr id="318" name="Google Shape;318;p40"/>
          <p:cNvSpPr txBox="1"/>
          <p:nvPr>
            <p:ph idx="9" type="subTitle"/>
          </p:nvPr>
        </p:nvSpPr>
        <p:spPr>
          <a:xfrm>
            <a:off x="4114800" y="3488700"/>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A</a:t>
            </a:r>
            <a:r>
              <a:rPr lang="en"/>
              <a:t>ssist diverse learners</a:t>
            </a:r>
            <a:endParaRPr/>
          </a:p>
        </p:txBody>
      </p:sp>
      <p:sp>
        <p:nvSpPr>
          <p:cNvPr id="319" name="Google Shape;319;p40"/>
          <p:cNvSpPr txBox="1"/>
          <p:nvPr>
            <p:ph idx="14" type="subTitle"/>
          </p:nvPr>
        </p:nvSpPr>
        <p:spPr>
          <a:xfrm>
            <a:off x="6492240" y="3488700"/>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001D35"/>
                </a:solidFill>
              </a:rPr>
              <a:t>Foster interaction in children </a:t>
            </a:r>
            <a:endParaRPr>
              <a:solidFill>
                <a:srgbClr val="001D35"/>
              </a:solidFill>
            </a:endParaRPr>
          </a:p>
        </p:txBody>
      </p:sp>
      <p:grpSp>
        <p:nvGrpSpPr>
          <p:cNvPr id="320" name="Google Shape;320;p40"/>
          <p:cNvGrpSpPr/>
          <p:nvPr/>
        </p:nvGrpSpPr>
        <p:grpSpPr>
          <a:xfrm>
            <a:off x="4467725" y="471746"/>
            <a:ext cx="1537850" cy="928129"/>
            <a:chOff x="405875" y="2363109"/>
            <a:chExt cx="1537850" cy="928129"/>
          </a:xfrm>
        </p:grpSpPr>
        <p:grpSp>
          <p:nvGrpSpPr>
            <p:cNvPr id="321" name="Google Shape;321;p40"/>
            <p:cNvGrpSpPr/>
            <p:nvPr/>
          </p:nvGrpSpPr>
          <p:grpSpPr>
            <a:xfrm>
              <a:off x="955650" y="2458163"/>
              <a:ext cx="438300" cy="305325"/>
              <a:chOff x="964525" y="2458163"/>
              <a:chExt cx="438300" cy="305325"/>
            </a:xfrm>
          </p:grpSpPr>
          <p:grpSp>
            <p:nvGrpSpPr>
              <p:cNvPr id="322" name="Google Shape;322;p40"/>
              <p:cNvGrpSpPr/>
              <p:nvPr/>
            </p:nvGrpSpPr>
            <p:grpSpPr>
              <a:xfrm>
                <a:off x="964525" y="2458163"/>
                <a:ext cx="438300" cy="154200"/>
                <a:chOff x="964525" y="2458163"/>
                <a:chExt cx="438300" cy="154200"/>
              </a:xfrm>
            </p:grpSpPr>
            <p:cxnSp>
              <p:nvCxnSpPr>
                <p:cNvPr id="323" name="Google Shape;323;p40"/>
                <p:cNvCxnSpPr/>
                <p:nvPr/>
              </p:nvCxnSpPr>
              <p:spPr>
                <a:xfrm>
                  <a:off x="964525" y="2535263"/>
                  <a:ext cx="304800" cy="0"/>
                </a:xfrm>
                <a:prstGeom prst="straightConnector1">
                  <a:avLst/>
                </a:prstGeom>
                <a:noFill/>
                <a:ln cap="flat" cmpd="sng" w="19050">
                  <a:solidFill>
                    <a:schemeClr val="dk1"/>
                  </a:solidFill>
                  <a:prstDash val="solid"/>
                  <a:round/>
                  <a:headEnd len="med" w="med" type="none"/>
                  <a:tailEnd len="med" w="med" type="none"/>
                </a:ln>
              </p:spPr>
            </p:cxnSp>
            <p:sp>
              <p:nvSpPr>
                <p:cNvPr id="324" name="Google Shape;324;p40"/>
                <p:cNvSpPr/>
                <p:nvPr/>
              </p:nvSpPr>
              <p:spPr>
                <a:xfrm rot="5400000">
                  <a:off x="1258975" y="2468513"/>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25" name="Google Shape;325;p40"/>
              <p:cNvGrpSpPr/>
              <p:nvPr/>
            </p:nvGrpSpPr>
            <p:grpSpPr>
              <a:xfrm>
                <a:off x="964525" y="2609288"/>
                <a:ext cx="438300" cy="154200"/>
                <a:chOff x="964525" y="2609288"/>
                <a:chExt cx="438300" cy="154200"/>
              </a:xfrm>
            </p:grpSpPr>
            <p:cxnSp>
              <p:nvCxnSpPr>
                <p:cNvPr id="326" name="Google Shape;326;p40"/>
                <p:cNvCxnSpPr/>
                <p:nvPr/>
              </p:nvCxnSpPr>
              <p:spPr>
                <a:xfrm rot="10800000">
                  <a:off x="1098025" y="2686388"/>
                  <a:ext cx="304800" cy="0"/>
                </a:xfrm>
                <a:prstGeom prst="straightConnector1">
                  <a:avLst/>
                </a:prstGeom>
                <a:noFill/>
                <a:ln cap="flat" cmpd="sng" w="19050">
                  <a:solidFill>
                    <a:schemeClr val="dk1"/>
                  </a:solidFill>
                  <a:prstDash val="solid"/>
                  <a:round/>
                  <a:headEnd len="med" w="med" type="none"/>
                  <a:tailEnd len="med" w="med" type="none"/>
                </a:ln>
              </p:spPr>
            </p:cxnSp>
            <p:sp>
              <p:nvSpPr>
                <p:cNvPr id="327" name="Google Shape;327;p40"/>
                <p:cNvSpPr/>
                <p:nvPr/>
              </p:nvSpPr>
              <p:spPr>
                <a:xfrm rot="-5400000">
                  <a:off x="954175" y="2619638"/>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328" name="Google Shape;328;p40"/>
            <p:cNvGrpSpPr/>
            <p:nvPr/>
          </p:nvGrpSpPr>
          <p:grpSpPr>
            <a:xfrm>
              <a:off x="405875" y="2363109"/>
              <a:ext cx="622200" cy="928129"/>
              <a:chOff x="7350525" y="918771"/>
              <a:chExt cx="622200" cy="928129"/>
            </a:xfrm>
          </p:grpSpPr>
          <p:sp>
            <p:nvSpPr>
              <p:cNvPr id="329" name="Google Shape;329;p40"/>
              <p:cNvSpPr/>
              <p:nvPr/>
            </p:nvSpPr>
            <p:spPr>
              <a:xfrm rot="5400000">
                <a:off x="7350525" y="1224700"/>
                <a:ext cx="622200" cy="622200"/>
              </a:xfrm>
              <a:prstGeom prst="pie">
                <a:avLst>
                  <a:gd fmla="val 5399541"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0" name="Google Shape;330;p40"/>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31" name="Google Shape;331;p40"/>
            <p:cNvGrpSpPr/>
            <p:nvPr/>
          </p:nvGrpSpPr>
          <p:grpSpPr>
            <a:xfrm>
              <a:off x="1321525" y="2363109"/>
              <a:ext cx="622200" cy="928129"/>
              <a:chOff x="7350525" y="918771"/>
              <a:chExt cx="622200" cy="928129"/>
            </a:xfrm>
          </p:grpSpPr>
          <p:sp>
            <p:nvSpPr>
              <p:cNvPr id="332" name="Google Shape;332;p40"/>
              <p:cNvSpPr/>
              <p:nvPr/>
            </p:nvSpPr>
            <p:spPr>
              <a:xfrm rot="5400000">
                <a:off x="7350525" y="1224700"/>
                <a:ext cx="622200" cy="622200"/>
              </a:xfrm>
              <a:prstGeom prst="pie">
                <a:avLst>
                  <a:gd fmla="val 5399541"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3" name="Google Shape;333;p40"/>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334" name="Google Shape;334;p40"/>
          <p:cNvGrpSpPr/>
          <p:nvPr/>
        </p:nvGrpSpPr>
        <p:grpSpPr>
          <a:xfrm>
            <a:off x="7144213" y="263514"/>
            <a:ext cx="939750" cy="871774"/>
            <a:chOff x="2545513" y="2082614"/>
            <a:chExt cx="939750" cy="871774"/>
          </a:xfrm>
        </p:grpSpPr>
        <p:grpSp>
          <p:nvGrpSpPr>
            <p:cNvPr id="335" name="Google Shape;335;p40"/>
            <p:cNvGrpSpPr/>
            <p:nvPr/>
          </p:nvGrpSpPr>
          <p:grpSpPr>
            <a:xfrm>
              <a:off x="2545513" y="2354613"/>
              <a:ext cx="939750" cy="599775"/>
              <a:chOff x="2545513" y="2354613"/>
              <a:chExt cx="939750" cy="599775"/>
            </a:xfrm>
          </p:grpSpPr>
          <p:sp>
            <p:nvSpPr>
              <p:cNvPr id="336" name="Google Shape;336;p40"/>
              <p:cNvSpPr/>
              <p:nvPr/>
            </p:nvSpPr>
            <p:spPr>
              <a:xfrm>
                <a:off x="2545513" y="2757288"/>
                <a:ext cx="196800" cy="19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7" name="Google Shape;337;p40"/>
              <p:cNvSpPr/>
              <p:nvPr/>
            </p:nvSpPr>
            <p:spPr>
              <a:xfrm>
                <a:off x="2793175" y="2575351"/>
                <a:ext cx="196800" cy="37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8" name="Google Shape;338;p40"/>
              <p:cNvSpPr/>
              <p:nvPr/>
            </p:nvSpPr>
            <p:spPr>
              <a:xfrm>
                <a:off x="3040813" y="2490813"/>
                <a:ext cx="196800" cy="46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9" name="Google Shape;339;p40"/>
              <p:cNvSpPr/>
              <p:nvPr/>
            </p:nvSpPr>
            <p:spPr>
              <a:xfrm>
                <a:off x="3288463" y="2354613"/>
                <a:ext cx="196800" cy="59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40" name="Google Shape;340;p40"/>
            <p:cNvGrpSpPr/>
            <p:nvPr/>
          </p:nvGrpSpPr>
          <p:grpSpPr>
            <a:xfrm>
              <a:off x="2615263" y="2082614"/>
              <a:ext cx="800263" cy="460438"/>
              <a:chOff x="2615263" y="2206150"/>
              <a:chExt cx="800263" cy="460438"/>
            </a:xfrm>
          </p:grpSpPr>
          <p:sp>
            <p:nvSpPr>
              <p:cNvPr id="341" name="Google Shape;341;p40"/>
              <p:cNvSpPr/>
              <p:nvPr/>
            </p:nvSpPr>
            <p:spPr>
              <a:xfrm>
                <a:off x="2615263" y="2609288"/>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2" name="Google Shape;342;p40"/>
              <p:cNvSpPr/>
              <p:nvPr/>
            </p:nvSpPr>
            <p:spPr>
              <a:xfrm>
                <a:off x="2862925" y="2386675"/>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3" name="Google Shape;343;p40"/>
              <p:cNvSpPr/>
              <p:nvPr/>
            </p:nvSpPr>
            <p:spPr>
              <a:xfrm>
                <a:off x="3110575" y="2386663"/>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4" name="Google Shape;344;p40"/>
              <p:cNvSpPr/>
              <p:nvPr/>
            </p:nvSpPr>
            <p:spPr>
              <a:xfrm>
                <a:off x="3358225" y="2206150"/>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345" name="Google Shape;345;p40"/>
              <p:cNvCxnSpPr/>
              <p:nvPr/>
            </p:nvCxnSpPr>
            <p:spPr>
              <a:xfrm flipH="1" rot="10800000">
                <a:off x="2642416" y="2414884"/>
                <a:ext cx="250800" cy="222000"/>
              </a:xfrm>
              <a:prstGeom prst="straightConnector1">
                <a:avLst/>
              </a:prstGeom>
              <a:noFill/>
              <a:ln cap="flat" cmpd="sng" w="19050">
                <a:solidFill>
                  <a:schemeClr val="dk1"/>
                </a:solidFill>
                <a:prstDash val="solid"/>
                <a:round/>
                <a:headEnd len="med" w="med" type="none"/>
                <a:tailEnd len="med" w="med" type="none"/>
              </a:ln>
            </p:spPr>
          </p:cxnSp>
          <p:cxnSp>
            <p:nvCxnSpPr>
              <p:cNvPr id="346" name="Google Shape;346;p40"/>
              <p:cNvCxnSpPr/>
              <p:nvPr/>
            </p:nvCxnSpPr>
            <p:spPr>
              <a:xfrm>
                <a:off x="2891275" y="2415613"/>
                <a:ext cx="249000" cy="0"/>
              </a:xfrm>
              <a:prstGeom prst="straightConnector1">
                <a:avLst/>
              </a:prstGeom>
              <a:noFill/>
              <a:ln cap="flat" cmpd="sng" w="19050">
                <a:solidFill>
                  <a:schemeClr val="dk1"/>
                </a:solidFill>
                <a:prstDash val="solid"/>
                <a:round/>
                <a:headEnd len="med" w="med" type="none"/>
                <a:tailEnd len="med" w="med" type="none"/>
              </a:ln>
            </p:spPr>
          </p:cxnSp>
          <p:cxnSp>
            <p:nvCxnSpPr>
              <p:cNvPr id="347" name="Google Shape;347;p40"/>
              <p:cNvCxnSpPr/>
              <p:nvPr/>
            </p:nvCxnSpPr>
            <p:spPr>
              <a:xfrm flipH="1" rot="10800000">
                <a:off x="3140375" y="2233825"/>
                <a:ext cx="255000" cy="184500"/>
              </a:xfrm>
              <a:prstGeom prst="straightConnector1">
                <a:avLst/>
              </a:prstGeom>
              <a:noFill/>
              <a:ln cap="flat" cmpd="sng" w="19050">
                <a:solidFill>
                  <a:schemeClr val="dk1"/>
                </a:solidFill>
                <a:prstDash val="solid"/>
                <a:round/>
                <a:headEnd len="med" w="med" type="none"/>
                <a:tailEnd len="med" w="med" type="none"/>
              </a:ln>
            </p:spPr>
          </p:cxnSp>
        </p:grpSp>
      </p:grpSp>
      <p:grpSp>
        <p:nvGrpSpPr>
          <p:cNvPr id="348" name="Google Shape;348;p40"/>
          <p:cNvGrpSpPr/>
          <p:nvPr/>
        </p:nvGrpSpPr>
        <p:grpSpPr>
          <a:xfrm>
            <a:off x="4647575" y="2652423"/>
            <a:ext cx="1178150" cy="656596"/>
            <a:chOff x="7416125" y="3551942"/>
            <a:chExt cx="1178150" cy="656596"/>
          </a:xfrm>
        </p:grpSpPr>
        <p:sp>
          <p:nvSpPr>
            <p:cNvPr id="349" name="Google Shape;349;p40"/>
            <p:cNvSpPr/>
            <p:nvPr/>
          </p:nvSpPr>
          <p:spPr>
            <a:xfrm>
              <a:off x="7416125" y="3649638"/>
              <a:ext cx="718200" cy="5589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0" name="Google Shape;350;p40"/>
            <p:cNvSpPr/>
            <p:nvPr/>
          </p:nvSpPr>
          <p:spPr>
            <a:xfrm flipH="1">
              <a:off x="7972075" y="3551942"/>
              <a:ext cx="622200" cy="447000"/>
            </a:xfrm>
            <a:prstGeom prst="wedgeEllipseCallout">
              <a:avLst>
                <a:gd fmla="val -20833" name="adj1"/>
                <a:gd fmla="val 625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51" name="Google Shape;351;p40"/>
          <p:cNvGrpSpPr/>
          <p:nvPr/>
        </p:nvGrpSpPr>
        <p:grpSpPr>
          <a:xfrm>
            <a:off x="7025488" y="2552263"/>
            <a:ext cx="1177205" cy="932326"/>
            <a:chOff x="3563063" y="628225"/>
            <a:chExt cx="1177205" cy="932326"/>
          </a:xfrm>
        </p:grpSpPr>
        <p:grpSp>
          <p:nvGrpSpPr>
            <p:cNvPr id="352" name="Google Shape;352;p40"/>
            <p:cNvGrpSpPr/>
            <p:nvPr/>
          </p:nvGrpSpPr>
          <p:grpSpPr>
            <a:xfrm>
              <a:off x="3563063" y="921225"/>
              <a:ext cx="199200" cy="255900"/>
              <a:chOff x="3558050" y="845025"/>
              <a:chExt cx="199200" cy="255900"/>
            </a:xfrm>
          </p:grpSpPr>
          <p:sp>
            <p:nvSpPr>
              <p:cNvPr id="353" name="Google Shape;353;p40"/>
              <p:cNvSpPr/>
              <p:nvPr/>
            </p:nvSpPr>
            <p:spPr>
              <a:xfrm>
                <a:off x="3558050" y="845025"/>
                <a:ext cx="54900" cy="255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54" name="Google Shape;354;p40"/>
              <p:cNvCxnSpPr/>
              <p:nvPr/>
            </p:nvCxnSpPr>
            <p:spPr>
              <a:xfrm>
                <a:off x="3612950" y="972975"/>
                <a:ext cx="144300" cy="0"/>
              </a:xfrm>
              <a:prstGeom prst="straightConnector1">
                <a:avLst/>
              </a:prstGeom>
              <a:noFill/>
              <a:ln cap="flat" cmpd="sng" w="19050">
                <a:solidFill>
                  <a:schemeClr val="dk1"/>
                </a:solidFill>
                <a:prstDash val="solid"/>
                <a:round/>
                <a:headEnd len="med" w="med" type="none"/>
                <a:tailEnd len="med" w="med" type="none"/>
              </a:ln>
            </p:spPr>
          </p:cxnSp>
        </p:grpSp>
        <p:grpSp>
          <p:nvGrpSpPr>
            <p:cNvPr id="355" name="Google Shape;355;p40"/>
            <p:cNvGrpSpPr/>
            <p:nvPr/>
          </p:nvGrpSpPr>
          <p:grpSpPr>
            <a:xfrm flipH="1">
              <a:off x="4541068" y="921225"/>
              <a:ext cx="199200" cy="255900"/>
              <a:chOff x="3558050" y="845025"/>
              <a:chExt cx="199200" cy="255900"/>
            </a:xfrm>
          </p:grpSpPr>
          <p:sp>
            <p:nvSpPr>
              <p:cNvPr id="356" name="Google Shape;356;p40"/>
              <p:cNvSpPr/>
              <p:nvPr/>
            </p:nvSpPr>
            <p:spPr>
              <a:xfrm>
                <a:off x="3558050" y="845025"/>
                <a:ext cx="54900" cy="255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57" name="Google Shape;357;p40"/>
              <p:cNvCxnSpPr/>
              <p:nvPr/>
            </p:nvCxnSpPr>
            <p:spPr>
              <a:xfrm>
                <a:off x="3612950" y="972975"/>
                <a:ext cx="144300" cy="0"/>
              </a:xfrm>
              <a:prstGeom prst="straightConnector1">
                <a:avLst/>
              </a:prstGeom>
              <a:noFill/>
              <a:ln cap="flat" cmpd="sng" w="19050">
                <a:solidFill>
                  <a:schemeClr val="dk1"/>
                </a:solidFill>
                <a:prstDash val="solid"/>
                <a:round/>
                <a:headEnd len="med" w="med" type="none"/>
                <a:tailEnd len="med" w="med" type="none"/>
              </a:ln>
            </p:spPr>
          </p:cxnSp>
        </p:grpSp>
        <p:grpSp>
          <p:nvGrpSpPr>
            <p:cNvPr id="358" name="Google Shape;358;p40"/>
            <p:cNvGrpSpPr/>
            <p:nvPr/>
          </p:nvGrpSpPr>
          <p:grpSpPr>
            <a:xfrm>
              <a:off x="3773500" y="1268051"/>
              <a:ext cx="753800" cy="292500"/>
              <a:chOff x="3769050" y="1268051"/>
              <a:chExt cx="753800" cy="292500"/>
            </a:xfrm>
          </p:grpSpPr>
          <p:sp>
            <p:nvSpPr>
              <p:cNvPr id="359" name="Google Shape;359;p40"/>
              <p:cNvSpPr/>
              <p:nvPr/>
            </p:nvSpPr>
            <p:spPr>
              <a:xfrm>
                <a:off x="3769050" y="1268051"/>
                <a:ext cx="118800" cy="2925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0" name="Google Shape;360;p40"/>
              <p:cNvSpPr/>
              <p:nvPr/>
            </p:nvSpPr>
            <p:spPr>
              <a:xfrm>
                <a:off x="4404050" y="1268051"/>
                <a:ext cx="118800" cy="2925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61" name="Google Shape;361;p40"/>
            <p:cNvSpPr/>
            <p:nvPr/>
          </p:nvSpPr>
          <p:spPr>
            <a:xfrm>
              <a:off x="3706850" y="628225"/>
              <a:ext cx="887100" cy="786300"/>
            </a:xfrm>
            <a:prstGeom prst="round2SameRect">
              <a:avLst>
                <a:gd fmla="val 16667"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62" name="Google Shape;362;p40"/>
            <p:cNvCxnSpPr/>
            <p:nvPr/>
          </p:nvCxnSpPr>
          <p:spPr>
            <a:xfrm>
              <a:off x="3706250" y="806175"/>
              <a:ext cx="888300" cy="0"/>
            </a:xfrm>
            <a:prstGeom prst="straightConnector1">
              <a:avLst/>
            </a:prstGeom>
            <a:noFill/>
            <a:ln cap="flat" cmpd="sng" w="19050">
              <a:solidFill>
                <a:schemeClr val="dk1"/>
              </a:solidFill>
              <a:prstDash val="solid"/>
              <a:round/>
              <a:headEnd len="med" w="med" type="none"/>
              <a:tailEnd len="med" w="med" type="none"/>
            </a:ln>
          </p:spPr>
        </p:cxnSp>
        <p:cxnSp>
          <p:nvCxnSpPr>
            <p:cNvPr id="363" name="Google Shape;363;p40"/>
            <p:cNvCxnSpPr/>
            <p:nvPr/>
          </p:nvCxnSpPr>
          <p:spPr>
            <a:xfrm>
              <a:off x="3706250" y="1139795"/>
              <a:ext cx="888300" cy="0"/>
            </a:xfrm>
            <a:prstGeom prst="straightConnector1">
              <a:avLst/>
            </a:prstGeom>
            <a:noFill/>
            <a:ln cap="flat" cmpd="sng" w="19050">
              <a:solidFill>
                <a:schemeClr val="dk1"/>
              </a:solidFill>
              <a:prstDash val="solid"/>
              <a:round/>
              <a:headEnd len="med" w="med" type="none"/>
              <a:tailEnd len="med" w="med" type="none"/>
            </a:ln>
          </p:spPr>
        </p:cxnSp>
        <p:grpSp>
          <p:nvGrpSpPr>
            <p:cNvPr id="364" name="Google Shape;364;p40"/>
            <p:cNvGrpSpPr/>
            <p:nvPr/>
          </p:nvGrpSpPr>
          <p:grpSpPr>
            <a:xfrm>
              <a:off x="3979925" y="1234325"/>
              <a:ext cx="341100" cy="95250"/>
              <a:chOff x="3979925" y="1240825"/>
              <a:chExt cx="341100" cy="95250"/>
            </a:xfrm>
          </p:grpSpPr>
          <p:cxnSp>
            <p:nvCxnSpPr>
              <p:cNvPr id="365" name="Google Shape;365;p40"/>
              <p:cNvCxnSpPr/>
              <p:nvPr/>
            </p:nvCxnSpPr>
            <p:spPr>
              <a:xfrm>
                <a:off x="3979925" y="1240825"/>
                <a:ext cx="341100" cy="0"/>
              </a:xfrm>
              <a:prstGeom prst="straightConnector1">
                <a:avLst/>
              </a:prstGeom>
              <a:noFill/>
              <a:ln cap="flat" cmpd="sng" w="19050">
                <a:solidFill>
                  <a:schemeClr val="dk1"/>
                </a:solidFill>
                <a:prstDash val="solid"/>
                <a:round/>
                <a:headEnd len="med" w="med" type="none"/>
                <a:tailEnd len="med" w="med" type="none"/>
              </a:ln>
            </p:spPr>
          </p:cxnSp>
          <p:cxnSp>
            <p:nvCxnSpPr>
              <p:cNvPr id="366" name="Google Shape;366;p40"/>
              <p:cNvCxnSpPr/>
              <p:nvPr/>
            </p:nvCxnSpPr>
            <p:spPr>
              <a:xfrm>
                <a:off x="3979925" y="1288450"/>
                <a:ext cx="341100" cy="0"/>
              </a:xfrm>
              <a:prstGeom prst="straightConnector1">
                <a:avLst/>
              </a:prstGeom>
              <a:noFill/>
              <a:ln cap="flat" cmpd="sng" w="19050">
                <a:solidFill>
                  <a:schemeClr val="dk1"/>
                </a:solidFill>
                <a:prstDash val="solid"/>
                <a:round/>
                <a:headEnd len="med" w="med" type="none"/>
                <a:tailEnd len="med" w="med" type="none"/>
              </a:ln>
            </p:spPr>
          </p:cxnSp>
          <p:cxnSp>
            <p:nvCxnSpPr>
              <p:cNvPr id="367" name="Google Shape;367;p40"/>
              <p:cNvCxnSpPr/>
              <p:nvPr/>
            </p:nvCxnSpPr>
            <p:spPr>
              <a:xfrm>
                <a:off x="3979925" y="1336075"/>
                <a:ext cx="341100" cy="0"/>
              </a:xfrm>
              <a:prstGeom prst="straightConnector1">
                <a:avLst/>
              </a:prstGeom>
              <a:noFill/>
              <a:ln cap="flat" cmpd="sng" w="19050">
                <a:solidFill>
                  <a:schemeClr val="dk1"/>
                </a:solidFill>
                <a:prstDash val="solid"/>
                <a:round/>
                <a:headEnd len="med" w="med" type="none"/>
                <a:tailEnd len="med" w="med" type="none"/>
              </a:ln>
            </p:spPr>
          </p:cxnSp>
        </p:grpSp>
        <p:cxnSp>
          <p:nvCxnSpPr>
            <p:cNvPr id="368" name="Google Shape;368;p40"/>
            <p:cNvCxnSpPr/>
            <p:nvPr/>
          </p:nvCxnSpPr>
          <p:spPr>
            <a:xfrm>
              <a:off x="4150400" y="811735"/>
              <a:ext cx="0" cy="322500"/>
            </a:xfrm>
            <a:prstGeom prst="straightConnector1">
              <a:avLst/>
            </a:prstGeom>
            <a:noFill/>
            <a:ln cap="flat" cmpd="sng" w="19050">
              <a:solidFill>
                <a:schemeClr val="dk1"/>
              </a:solidFill>
              <a:prstDash val="solid"/>
              <a:round/>
              <a:headEnd len="med" w="med" type="none"/>
              <a:tailEnd len="med" w="med" type="none"/>
            </a:ln>
          </p:spPr>
        </p:cxnSp>
        <p:sp>
          <p:nvSpPr>
            <p:cNvPr id="369" name="Google Shape;369;p40"/>
            <p:cNvSpPr/>
            <p:nvPr/>
          </p:nvSpPr>
          <p:spPr>
            <a:xfrm>
              <a:off x="3870800" y="685375"/>
              <a:ext cx="57900" cy="57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0" name="Google Shape;370;p40"/>
            <p:cNvSpPr/>
            <p:nvPr/>
          </p:nvSpPr>
          <p:spPr>
            <a:xfrm>
              <a:off x="4401775" y="685375"/>
              <a:ext cx="57900" cy="57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1" name="Google Shape;371;p40"/>
            <p:cNvSpPr/>
            <p:nvPr/>
          </p:nvSpPr>
          <p:spPr>
            <a:xfrm>
              <a:off x="3773500" y="1227050"/>
              <a:ext cx="109800" cy="1098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2" name="Google Shape;372;p40"/>
            <p:cNvSpPr/>
            <p:nvPr/>
          </p:nvSpPr>
          <p:spPr>
            <a:xfrm>
              <a:off x="4417650" y="1227050"/>
              <a:ext cx="109800" cy="1098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73" name="Google Shape;373;p40"/>
          <p:cNvSpPr txBox="1"/>
          <p:nvPr/>
        </p:nvSpPr>
        <p:spPr>
          <a:xfrm>
            <a:off x="6492250" y="4085363"/>
            <a:ext cx="2558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40C28"/>
                </a:solidFill>
                <a:latin typeface="DM Sans Light"/>
                <a:ea typeface="DM Sans Light"/>
                <a:cs typeface="DM Sans Light"/>
                <a:sym typeface="DM Sans Light"/>
              </a:rPr>
              <a:t>struggle in traditional social settings</a:t>
            </a:r>
            <a:endParaRPr sz="1100">
              <a:solidFill>
                <a:schemeClr val="dk1"/>
              </a:solidFill>
              <a:latin typeface="DM Sans Light"/>
              <a:ea typeface="DM Sans Light"/>
              <a:cs typeface="DM Sans Light"/>
              <a:sym typeface="DM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1"/>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41"/>
          <p:cNvSpPr txBox="1"/>
          <p:nvPr>
            <p:ph type="title"/>
          </p:nvPr>
        </p:nvSpPr>
        <p:spPr>
          <a:xfrm>
            <a:off x="244425" y="1740425"/>
            <a:ext cx="4057800" cy="91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Challenges of AI in Early Childhood</a:t>
            </a:r>
            <a:endParaRPr/>
          </a:p>
        </p:txBody>
      </p:sp>
      <p:sp>
        <p:nvSpPr>
          <p:cNvPr id="380" name="Google Shape;380;p41"/>
          <p:cNvSpPr txBox="1"/>
          <p:nvPr>
            <p:ph idx="5" type="subTitle"/>
          </p:nvPr>
        </p:nvSpPr>
        <p:spPr>
          <a:xfrm>
            <a:off x="4114800" y="1263925"/>
            <a:ext cx="23775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001D35"/>
                </a:solidFill>
              </a:rPr>
              <a:t>Privacy</a:t>
            </a:r>
            <a:r>
              <a:rPr lang="en">
                <a:solidFill>
                  <a:srgbClr val="001D35"/>
                </a:solidFill>
              </a:rPr>
              <a:t> and data security</a:t>
            </a:r>
            <a:endParaRPr>
              <a:solidFill>
                <a:srgbClr val="001D35"/>
              </a:solidFill>
            </a:endParaRPr>
          </a:p>
        </p:txBody>
      </p:sp>
      <p:sp>
        <p:nvSpPr>
          <p:cNvPr id="381" name="Google Shape;381;p41"/>
          <p:cNvSpPr txBox="1"/>
          <p:nvPr>
            <p:ph idx="7" type="subTitle"/>
          </p:nvPr>
        </p:nvSpPr>
        <p:spPr>
          <a:xfrm>
            <a:off x="6492240" y="1263925"/>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001D35"/>
                </a:solidFill>
              </a:rPr>
              <a:t>Digital dependency and social interaction</a:t>
            </a:r>
            <a:endParaRPr>
              <a:solidFill>
                <a:srgbClr val="001D35"/>
              </a:solidFill>
            </a:endParaRPr>
          </a:p>
        </p:txBody>
      </p:sp>
      <p:sp>
        <p:nvSpPr>
          <p:cNvPr id="382" name="Google Shape;382;p41"/>
          <p:cNvSpPr txBox="1"/>
          <p:nvPr>
            <p:ph idx="9" type="subTitle"/>
          </p:nvPr>
        </p:nvSpPr>
        <p:spPr>
          <a:xfrm>
            <a:off x="4114800" y="3488700"/>
            <a:ext cx="2495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Bias and accessibility gaps</a:t>
            </a:r>
            <a:endParaRPr/>
          </a:p>
        </p:txBody>
      </p:sp>
      <p:sp>
        <p:nvSpPr>
          <p:cNvPr id="383" name="Google Shape;383;p41"/>
          <p:cNvSpPr txBox="1"/>
          <p:nvPr>
            <p:ph idx="14" type="subTitle"/>
          </p:nvPr>
        </p:nvSpPr>
        <p:spPr>
          <a:xfrm>
            <a:off x="6492240" y="3488700"/>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solidFill>
                  <a:srgbClr val="001D35"/>
                </a:solidFill>
              </a:rPr>
              <a:t>Content quality and ethical issues</a:t>
            </a:r>
            <a:endParaRPr>
              <a:solidFill>
                <a:srgbClr val="001D35"/>
              </a:solidFill>
            </a:endParaRPr>
          </a:p>
        </p:txBody>
      </p:sp>
      <p:grpSp>
        <p:nvGrpSpPr>
          <p:cNvPr id="384" name="Google Shape;384;p41"/>
          <p:cNvGrpSpPr/>
          <p:nvPr/>
        </p:nvGrpSpPr>
        <p:grpSpPr>
          <a:xfrm>
            <a:off x="4467725" y="471746"/>
            <a:ext cx="1537850" cy="928129"/>
            <a:chOff x="405875" y="2363109"/>
            <a:chExt cx="1537850" cy="928129"/>
          </a:xfrm>
        </p:grpSpPr>
        <p:grpSp>
          <p:nvGrpSpPr>
            <p:cNvPr id="385" name="Google Shape;385;p41"/>
            <p:cNvGrpSpPr/>
            <p:nvPr/>
          </p:nvGrpSpPr>
          <p:grpSpPr>
            <a:xfrm>
              <a:off x="955650" y="2458163"/>
              <a:ext cx="438300" cy="305325"/>
              <a:chOff x="964525" y="2458163"/>
              <a:chExt cx="438300" cy="305325"/>
            </a:xfrm>
          </p:grpSpPr>
          <p:grpSp>
            <p:nvGrpSpPr>
              <p:cNvPr id="386" name="Google Shape;386;p41"/>
              <p:cNvGrpSpPr/>
              <p:nvPr/>
            </p:nvGrpSpPr>
            <p:grpSpPr>
              <a:xfrm>
                <a:off x="964525" y="2458163"/>
                <a:ext cx="438300" cy="154200"/>
                <a:chOff x="964525" y="2458163"/>
                <a:chExt cx="438300" cy="154200"/>
              </a:xfrm>
            </p:grpSpPr>
            <p:cxnSp>
              <p:nvCxnSpPr>
                <p:cNvPr id="387" name="Google Shape;387;p41"/>
                <p:cNvCxnSpPr/>
                <p:nvPr/>
              </p:nvCxnSpPr>
              <p:spPr>
                <a:xfrm>
                  <a:off x="964525" y="2535263"/>
                  <a:ext cx="304800" cy="0"/>
                </a:xfrm>
                <a:prstGeom prst="straightConnector1">
                  <a:avLst/>
                </a:prstGeom>
                <a:noFill/>
                <a:ln cap="flat" cmpd="sng" w="19050">
                  <a:solidFill>
                    <a:schemeClr val="dk1"/>
                  </a:solidFill>
                  <a:prstDash val="solid"/>
                  <a:round/>
                  <a:headEnd len="med" w="med" type="none"/>
                  <a:tailEnd len="med" w="med" type="none"/>
                </a:ln>
              </p:spPr>
            </p:cxnSp>
            <p:sp>
              <p:nvSpPr>
                <p:cNvPr id="388" name="Google Shape;388;p41"/>
                <p:cNvSpPr/>
                <p:nvPr/>
              </p:nvSpPr>
              <p:spPr>
                <a:xfrm rot="5400000">
                  <a:off x="1258975" y="2468513"/>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89" name="Google Shape;389;p41"/>
              <p:cNvGrpSpPr/>
              <p:nvPr/>
            </p:nvGrpSpPr>
            <p:grpSpPr>
              <a:xfrm>
                <a:off x="964525" y="2609288"/>
                <a:ext cx="438300" cy="154200"/>
                <a:chOff x="964525" y="2609288"/>
                <a:chExt cx="438300" cy="154200"/>
              </a:xfrm>
            </p:grpSpPr>
            <p:cxnSp>
              <p:nvCxnSpPr>
                <p:cNvPr id="390" name="Google Shape;390;p41"/>
                <p:cNvCxnSpPr/>
                <p:nvPr/>
              </p:nvCxnSpPr>
              <p:spPr>
                <a:xfrm rot="10800000">
                  <a:off x="1098025" y="2686388"/>
                  <a:ext cx="304800" cy="0"/>
                </a:xfrm>
                <a:prstGeom prst="straightConnector1">
                  <a:avLst/>
                </a:prstGeom>
                <a:noFill/>
                <a:ln cap="flat" cmpd="sng" w="19050">
                  <a:solidFill>
                    <a:schemeClr val="dk1"/>
                  </a:solidFill>
                  <a:prstDash val="solid"/>
                  <a:round/>
                  <a:headEnd len="med" w="med" type="none"/>
                  <a:tailEnd len="med" w="med" type="none"/>
                </a:ln>
              </p:spPr>
            </p:cxnSp>
            <p:sp>
              <p:nvSpPr>
                <p:cNvPr id="391" name="Google Shape;391;p41"/>
                <p:cNvSpPr/>
                <p:nvPr/>
              </p:nvSpPr>
              <p:spPr>
                <a:xfrm rot="-5400000">
                  <a:off x="954175" y="2619638"/>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392" name="Google Shape;392;p41"/>
            <p:cNvGrpSpPr/>
            <p:nvPr/>
          </p:nvGrpSpPr>
          <p:grpSpPr>
            <a:xfrm>
              <a:off x="405875" y="2363109"/>
              <a:ext cx="622200" cy="928129"/>
              <a:chOff x="7350525" y="918771"/>
              <a:chExt cx="622200" cy="928129"/>
            </a:xfrm>
          </p:grpSpPr>
          <p:sp>
            <p:nvSpPr>
              <p:cNvPr id="393" name="Google Shape;393;p41"/>
              <p:cNvSpPr/>
              <p:nvPr/>
            </p:nvSpPr>
            <p:spPr>
              <a:xfrm rot="5400000">
                <a:off x="7350525" y="1224700"/>
                <a:ext cx="622200" cy="622200"/>
              </a:xfrm>
              <a:prstGeom prst="pie">
                <a:avLst>
                  <a:gd fmla="val 5399541"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4" name="Google Shape;394;p41"/>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95" name="Google Shape;395;p41"/>
            <p:cNvGrpSpPr/>
            <p:nvPr/>
          </p:nvGrpSpPr>
          <p:grpSpPr>
            <a:xfrm>
              <a:off x="1321525" y="2363109"/>
              <a:ext cx="622200" cy="928129"/>
              <a:chOff x="7350525" y="918771"/>
              <a:chExt cx="622200" cy="928129"/>
            </a:xfrm>
          </p:grpSpPr>
          <p:sp>
            <p:nvSpPr>
              <p:cNvPr id="396" name="Google Shape;396;p41"/>
              <p:cNvSpPr/>
              <p:nvPr/>
            </p:nvSpPr>
            <p:spPr>
              <a:xfrm rot="5400000">
                <a:off x="7350525" y="1224700"/>
                <a:ext cx="622200" cy="622200"/>
              </a:xfrm>
              <a:prstGeom prst="pie">
                <a:avLst>
                  <a:gd fmla="val 5399541"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7" name="Google Shape;397;p41"/>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398" name="Google Shape;398;p41"/>
          <p:cNvGrpSpPr/>
          <p:nvPr/>
        </p:nvGrpSpPr>
        <p:grpSpPr>
          <a:xfrm>
            <a:off x="7144213" y="263514"/>
            <a:ext cx="939750" cy="871774"/>
            <a:chOff x="2545513" y="2082614"/>
            <a:chExt cx="939750" cy="871774"/>
          </a:xfrm>
        </p:grpSpPr>
        <p:grpSp>
          <p:nvGrpSpPr>
            <p:cNvPr id="399" name="Google Shape;399;p41"/>
            <p:cNvGrpSpPr/>
            <p:nvPr/>
          </p:nvGrpSpPr>
          <p:grpSpPr>
            <a:xfrm>
              <a:off x="2545513" y="2354613"/>
              <a:ext cx="939750" cy="599775"/>
              <a:chOff x="2545513" y="2354613"/>
              <a:chExt cx="939750" cy="599775"/>
            </a:xfrm>
          </p:grpSpPr>
          <p:sp>
            <p:nvSpPr>
              <p:cNvPr id="400" name="Google Shape;400;p41"/>
              <p:cNvSpPr/>
              <p:nvPr/>
            </p:nvSpPr>
            <p:spPr>
              <a:xfrm>
                <a:off x="2545513" y="2757288"/>
                <a:ext cx="196800" cy="19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1" name="Google Shape;401;p41"/>
              <p:cNvSpPr/>
              <p:nvPr/>
            </p:nvSpPr>
            <p:spPr>
              <a:xfrm>
                <a:off x="2793175" y="2575351"/>
                <a:ext cx="196800" cy="37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2" name="Google Shape;402;p41"/>
              <p:cNvSpPr/>
              <p:nvPr/>
            </p:nvSpPr>
            <p:spPr>
              <a:xfrm>
                <a:off x="3040813" y="2490813"/>
                <a:ext cx="196800" cy="46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3" name="Google Shape;403;p41"/>
              <p:cNvSpPr/>
              <p:nvPr/>
            </p:nvSpPr>
            <p:spPr>
              <a:xfrm>
                <a:off x="3288463" y="2354613"/>
                <a:ext cx="196800" cy="59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04" name="Google Shape;404;p41"/>
            <p:cNvGrpSpPr/>
            <p:nvPr/>
          </p:nvGrpSpPr>
          <p:grpSpPr>
            <a:xfrm>
              <a:off x="2615263" y="2082614"/>
              <a:ext cx="800263" cy="460438"/>
              <a:chOff x="2615263" y="2206150"/>
              <a:chExt cx="800263" cy="460438"/>
            </a:xfrm>
          </p:grpSpPr>
          <p:sp>
            <p:nvSpPr>
              <p:cNvPr id="405" name="Google Shape;405;p41"/>
              <p:cNvSpPr/>
              <p:nvPr/>
            </p:nvSpPr>
            <p:spPr>
              <a:xfrm>
                <a:off x="2615263" y="2609288"/>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6" name="Google Shape;406;p41"/>
              <p:cNvSpPr/>
              <p:nvPr/>
            </p:nvSpPr>
            <p:spPr>
              <a:xfrm>
                <a:off x="2862925" y="2386675"/>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7" name="Google Shape;407;p41"/>
              <p:cNvSpPr/>
              <p:nvPr/>
            </p:nvSpPr>
            <p:spPr>
              <a:xfrm>
                <a:off x="3110575" y="2386663"/>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8" name="Google Shape;408;p41"/>
              <p:cNvSpPr/>
              <p:nvPr/>
            </p:nvSpPr>
            <p:spPr>
              <a:xfrm>
                <a:off x="3358225" y="2206150"/>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409" name="Google Shape;409;p41"/>
              <p:cNvCxnSpPr/>
              <p:nvPr/>
            </p:nvCxnSpPr>
            <p:spPr>
              <a:xfrm flipH="1" rot="10800000">
                <a:off x="2642416" y="2414884"/>
                <a:ext cx="250800" cy="222000"/>
              </a:xfrm>
              <a:prstGeom prst="straightConnector1">
                <a:avLst/>
              </a:prstGeom>
              <a:noFill/>
              <a:ln cap="flat" cmpd="sng" w="19050">
                <a:solidFill>
                  <a:schemeClr val="dk1"/>
                </a:solidFill>
                <a:prstDash val="solid"/>
                <a:round/>
                <a:headEnd len="med" w="med" type="none"/>
                <a:tailEnd len="med" w="med" type="none"/>
              </a:ln>
            </p:spPr>
          </p:cxnSp>
          <p:cxnSp>
            <p:nvCxnSpPr>
              <p:cNvPr id="410" name="Google Shape;410;p41"/>
              <p:cNvCxnSpPr/>
              <p:nvPr/>
            </p:nvCxnSpPr>
            <p:spPr>
              <a:xfrm>
                <a:off x="2891275" y="2415613"/>
                <a:ext cx="249000" cy="0"/>
              </a:xfrm>
              <a:prstGeom prst="straightConnector1">
                <a:avLst/>
              </a:prstGeom>
              <a:noFill/>
              <a:ln cap="flat" cmpd="sng" w="19050">
                <a:solidFill>
                  <a:schemeClr val="dk1"/>
                </a:solidFill>
                <a:prstDash val="solid"/>
                <a:round/>
                <a:headEnd len="med" w="med" type="none"/>
                <a:tailEnd len="med" w="med" type="none"/>
              </a:ln>
            </p:spPr>
          </p:cxnSp>
          <p:cxnSp>
            <p:nvCxnSpPr>
              <p:cNvPr id="411" name="Google Shape;411;p41"/>
              <p:cNvCxnSpPr/>
              <p:nvPr/>
            </p:nvCxnSpPr>
            <p:spPr>
              <a:xfrm flipH="1" rot="10800000">
                <a:off x="3140375" y="2233825"/>
                <a:ext cx="255000" cy="184500"/>
              </a:xfrm>
              <a:prstGeom prst="straightConnector1">
                <a:avLst/>
              </a:prstGeom>
              <a:noFill/>
              <a:ln cap="flat" cmpd="sng" w="19050">
                <a:solidFill>
                  <a:schemeClr val="dk1"/>
                </a:solidFill>
                <a:prstDash val="solid"/>
                <a:round/>
                <a:headEnd len="med" w="med" type="none"/>
                <a:tailEnd len="med" w="med" type="none"/>
              </a:ln>
            </p:spPr>
          </p:cxnSp>
        </p:grpSp>
      </p:grpSp>
      <p:grpSp>
        <p:nvGrpSpPr>
          <p:cNvPr id="412" name="Google Shape;412;p41"/>
          <p:cNvGrpSpPr/>
          <p:nvPr/>
        </p:nvGrpSpPr>
        <p:grpSpPr>
          <a:xfrm>
            <a:off x="4647575" y="2652423"/>
            <a:ext cx="1178150" cy="656596"/>
            <a:chOff x="7416125" y="3551942"/>
            <a:chExt cx="1178150" cy="656596"/>
          </a:xfrm>
        </p:grpSpPr>
        <p:sp>
          <p:nvSpPr>
            <p:cNvPr id="413" name="Google Shape;413;p41"/>
            <p:cNvSpPr/>
            <p:nvPr/>
          </p:nvSpPr>
          <p:spPr>
            <a:xfrm>
              <a:off x="7416125" y="3649638"/>
              <a:ext cx="718200" cy="5589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4" name="Google Shape;414;p41"/>
            <p:cNvSpPr/>
            <p:nvPr/>
          </p:nvSpPr>
          <p:spPr>
            <a:xfrm flipH="1">
              <a:off x="7972075" y="3551942"/>
              <a:ext cx="622200" cy="447000"/>
            </a:xfrm>
            <a:prstGeom prst="wedgeEllipseCallout">
              <a:avLst>
                <a:gd fmla="val -20833" name="adj1"/>
                <a:gd fmla="val 625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15" name="Google Shape;415;p41"/>
          <p:cNvGrpSpPr/>
          <p:nvPr/>
        </p:nvGrpSpPr>
        <p:grpSpPr>
          <a:xfrm>
            <a:off x="7025488" y="2552263"/>
            <a:ext cx="1177205" cy="932326"/>
            <a:chOff x="3563063" y="628225"/>
            <a:chExt cx="1177205" cy="932326"/>
          </a:xfrm>
        </p:grpSpPr>
        <p:grpSp>
          <p:nvGrpSpPr>
            <p:cNvPr id="416" name="Google Shape;416;p41"/>
            <p:cNvGrpSpPr/>
            <p:nvPr/>
          </p:nvGrpSpPr>
          <p:grpSpPr>
            <a:xfrm>
              <a:off x="3563063" y="921225"/>
              <a:ext cx="199200" cy="255900"/>
              <a:chOff x="3558050" y="845025"/>
              <a:chExt cx="199200" cy="255900"/>
            </a:xfrm>
          </p:grpSpPr>
          <p:sp>
            <p:nvSpPr>
              <p:cNvPr id="417" name="Google Shape;417;p41"/>
              <p:cNvSpPr/>
              <p:nvPr/>
            </p:nvSpPr>
            <p:spPr>
              <a:xfrm>
                <a:off x="3558050" y="845025"/>
                <a:ext cx="54900" cy="255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18" name="Google Shape;418;p41"/>
              <p:cNvCxnSpPr/>
              <p:nvPr/>
            </p:nvCxnSpPr>
            <p:spPr>
              <a:xfrm>
                <a:off x="3612950" y="972975"/>
                <a:ext cx="144300" cy="0"/>
              </a:xfrm>
              <a:prstGeom prst="straightConnector1">
                <a:avLst/>
              </a:prstGeom>
              <a:noFill/>
              <a:ln cap="flat" cmpd="sng" w="19050">
                <a:solidFill>
                  <a:schemeClr val="dk1"/>
                </a:solidFill>
                <a:prstDash val="solid"/>
                <a:round/>
                <a:headEnd len="med" w="med" type="none"/>
                <a:tailEnd len="med" w="med" type="none"/>
              </a:ln>
            </p:spPr>
          </p:cxnSp>
        </p:grpSp>
        <p:grpSp>
          <p:nvGrpSpPr>
            <p:cNvPr id="419" name="Google Shape;419;p41"/>
            <p:cNvGrpSpPr/>
            <p:nvPr/>
          </p:nvGrpSpPr>
          <p:grpSpPr>
            <a:xfrm flipH="1">
              <a:off x="4541068" y="921225"/>
              <a:ext cx="199200" cy="255900"/>
              <a:chOff x="3558050" y="845025"/>
              <a:chExt cx="199200" cy="255900"/>
            </a:xfrm>
          </p:grpSpPr>
          <p:sp>
            <p:nvSpPr>
              <p:cNvPr id="420" name="Google Shape;420;p41"/>
              <p:cNvSpPr/>
              <p:nvPr/>
            </p:nvSpPr>
            <p:spPr>
              <a:xfrm>
                <a:off x="3558050" y="845025"/>
                <a:ext cx="54900" cy="255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21" name="Google Shape;421;p41"/>
              <p:cNvCxnSpPr/>
              <p:nvPr/>
            </p:nvCxnSpPr>
            <p:spPr>
              <a:xfrm>
                <a:off x="3612950" y="972975"/>
                <a:ext cx="144300" cy="0"/>
              </a:xfrm>
              <a:prstGeom prst="straightConnector1">
                <a:avLst/>
              </a:prstGeom>
              <a:noFill/>
              <a:ln cap="flat" cmpd="sng" w="19050">
                <a:solidFill>
                  <a:schemeClr val="dk1"/>
                </a:solidFill>
                <a:prstDash val="solid"/>
                <a:round/>
                <a:headEnd len="med" w="med" type="none"/>
                <a:tailEnd len="med" w="med" type="none"/>
              </a:ln>
            </p:spPr>
          </p:cxnSp>
        </p:grpSp>
        <p:grpSp>
          <p:nvGrpSpPr>
            <p:cNvPr id="422" name="Google Shape;422;p41"/>
            <p:cNvGrpSpPr/>
            <p:nvPr/>
          </p:nvGrpSpPr>
          <p:grpSpPr>
            <a:xfrm>
              <a:off x="3773500" y="1268051"/>
              <a:ext cx="753800" cy="292500"/>
              <a:chOff x="3769050" y="1268051"/>
              <a:chExt cx="753800" cy="292500"/>
            </a:xfrm>
          </p:grpSpPr>
          <p:sp>
            <p:nvSpPr>
              <p:cNvPr id="423" name="Google Shape;423;p41"/>
              <p:cNvSpPr/>
              <p:nvPr/>
            </p:nvSpPr>
            <p:spPr>
              <a:xfrm>
                <a:off x="3769050" y="1268051"/>
                <a:ext cx="118800" cy="2925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24" name="Google Shape;424;p41"/>
              <p:cNvSpPr/>
              <p:nvPr/>
            </p:nvSpPr>
            <p:spPr>
              <a:xfrm>
                <a:off x="4404050" y="1268051"/>
                <a:ext cx="118800" cy="2925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25" name="Google Shape;425;p41"/>
            <p:cNvSpPr/>
            <p:nvPr/>
          </p:nvSpPr>
          <p:spPr>
            <a:xfrm>
              <a:off x="3706850" y="628225"/>
              <a:ext cx="887100" cy="786300"/>
            </a:xfrm>
            <a:prstGeom prst="round2SameRect">
              <a:avLst>
                <a:gd fmla="val 16667"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26" name="Google Shape;426;p41"/>
            <p:cNvCxnSpPr/>
            <p:nvPr/>
          </p:nvCxnSpPr>
          <p:spPr>
            <a:xfrm>
              <a:off x="3706250" y="806175"/>
              <a:ext cx="888300" cy="0"/>
            </a:xfrm>
            <a:prstGeom prst="straightConnector1">
              <a:avLst/>
            </a:prstGeom>
            <a:noFill/>
            <a:ln cap="flat" cmpd="sng" w="19050">
              <a:solidFill>
                <a:schemeClr val="dk1"/>
              </a:solidFill>
              <a:prstDash val="solid"/>
              <a:round/>
              <a:headEnd len="med" w="med" type="none"/>
              <a:tailEnd len="med" w="med" type="none"/>
            </a:ln>
          </p:spPr>
        </p:cxnSp>
        <p:cxnSp>
          <p:nvCxnSpPr>
            <p:cNvPr id="427" name="Google Shape;427;p41"/>
            <p:cNvCxnSpPr/>
            <p:nvPr/>
          </p:nvCxnSpPr>
          <p:spPr>
            <a:xfrm>
              <a:off x="3706250" y="1139795"/>
              <a:ext cx="888300" cy="0"/>
            </a:xfrm>
            <a:prstGeom prst="straightConnector1">
              <a:avLst/>
            </a:prstGeom>
            <a:noFill/>
            <a:ln cap="flat" cmpd="sng" w="19050">
              <a:solidFill>
                <a:schemeClr val="dk1"/>
              </a:solidFill>
              <a:prstDash val="solid"/>
              <a:round/>
              <a:headEnd len="med" w="med" type="none"/>
              <a:tailEnd len="med" w="med" type="none"/>
            </a:ln>
          </p:spPr>
        </p:cxnSp>
        <p:grpSp>
          <p:nvGrpSpPr>
            <p:cNvPr id="428" name="Google Shape;428;p41"/>
            <p:cNvGrpSpPr/>
            <p:nvPr/>
          </p:nvGrpSpPr>
          <p:grpSpPr>
            <a:xfrm>
              <a:off x="3979925" y="1234325"/>
              <a:ext cx="341100" cy="95250"/>
              <a:chOff x="3979925" y="1240825"/>
              <a:chExt cx="341100" cy="95250"/>
            </a:xfrm>
          </p:grpSpPr>
          <p:cxnSp>
            <p:nvCxnSpPr>
              <p:cNvPr id="429" name="Google Shape;429;p41"/>
              <p:cNvCxnSpPr/>
              <p:nvPr/>
            </p:nvCxnSpPr>
            <p:spPr>
              <a:xfrm>
                <a:off x="3979925" y="1240825"/>
                <a:ext cx="341100" cy="0"/>
              </a:xfrm>
              <a:prstGeom prst="straightConnector1">
                <a:avLst/>
              </a:prstGeom>
              <a:noFill/>
              <a:ln cap="flat" cmpd="sng" w="19050">
                <a:solidFill>
                  <a:schemeClr val="dk1"/>
                </a:solidFill>
                <a:prstDash val="solid"/>
                <a:round/>
                <a:headEnd len="med" w="med" type="none"/>
                <a:tailEnd len="med" w="med" type="none"/>
              </a:ln>
            </p:spPr>
          </p:cxnSp>
          <p:cxnSp>
            <p:nvCxnSpPr>
              <p:cNvPr id="430" name="Google Shape;430;p41"/>
              <p:cNvCxnSpPr/>
              <p:nvPr/>
            </p:nvCxnSpPr>
            <p:spPr>
              <a:xfrm>
                <a:off x="3979925" y="1288450"/>
                <a:ext cx="341100" cy="0"/>
              </a:xfrm>
              <a:prstGeom prst="straightConnector1">
                <a:avLst/>
              </a:prstGeom>
              <a:noFill/>
              <a:ln cap="flat" cmpd="sng" w="19050">
                <a:solidFill>
                  <a:schemeClr val="dk1"/>
                </a:solidFill>
                <a:prstDash val="solid"/>
                <a:round/>
                <a:headEnd len="med" w="med" type="none"/>
                <a:tailEnd len="med" w="med" type="none"/>
              </a:ln>
            </p:spPr>
          </p:cxnSp>
          <p:cxnSp>
            <p:nvCxnSpPr>
              <p:cNvPr id="431" name="Google Shape;431;p41"/>
              <p:cNvCxnSpPr/>
              <p:nvPr/>
            </p:nvCxnSpPr>
            <p:spPr>
              <a:xfrm>
                <a:off x="3979925" y="1336075"/>
                <a:ext cx="341100" cy="0"/>
              </a:xfrm>
              <a:prstGeom prst="straightConnector1">
                <a:avLst/>
              </a:prstGeom>
              <a:noFill/>
              <a:ln cap="flat" cmpd="sng" w="19050">
                <a:solidFill>
                  <a:schemeClr val="dk1"/>
                </a:solidFill>
                <a:prstDash val="solid"/>
                <a:round/>
                <a:headEnd len="med" w="med" type="none"/>
                <a:tailEnd len="med" w="med" type="none"/>
              </a:ln>
            </p:spPr>
          </p:cxnSp>
        </p:grpSp>
        <p:cxnSp>
          <p:nvCxnSpPr>
            <p:cNvPr id="432" name="Google Shape;432;p41"/>
            <p:cNvCxnSpPr/>
            <p:nvPr/>
          </p:nvCxnSpPr>
          <p:spPr>
            <a:xfrm>
              <a:off x="4150400" y="811735"/>
              <a:ext cx="0" cy="322500"/>
            </a:xfrm>
            <a:prstGeom prst="straightConnector1">
              <a:avLst/>
            </a:prstGeom>
            <a:noFill/>
            <a:ln cap="flat" cmpd="sng" w="19050">
              <a:solidFill>
                <a:schemeClr val="dk1"/>
              </a:solidFill>
              <a:prstDash val="solid"/>
              <a:round/>
              <a:headEnd len="med" w="med" type="none"/>
              <a:tailEnd len="med" w="med" type="none"/>
            </a:ln>
          </p:spPr>
        </p:cxnSp>
        <p:sp>
          <p:nvSpPr>
            <p:cNvPr id="433" name="Google Shape;433;p41"/>
            <p:cNvSpPr/>
            <p:nvPr/>
          </p:nvSpPr>
          <p:spPr>
            <a:xfrm>
              <a:off x="3870800" y="685375"/>
              <a:ext cx="57900" cy="57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4" name="Google Shape;434;p41"/>
            <p:cNvSpPr/>
            <p:nvPr/>
          </p:nvSpPr>
          <p:spPr>
            <a:xfrm>
              <a:off x="4401775" y="685375"/>
              <a:ext cx="57900" cy="57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5" name="Google Shape;435;p41"/>
            <p:cNvSpPr/>
            <p:nvPr/>
          </p:nvSpPr>
          <p:spPr>
            <a:xfrm>
              <a:off x="3773500" y="1227050"/>
              <a:ext cx="109800" cy="1098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6" name="Google Shape;436;p41"/>
            <p:cNvSpPr/>
            <p:nvPr/>
          </p:nvSpPr>
          <p:spPr>
            <a:xfrm>
              <a:off x="4417650" y="1227050"/>
              <a:ext cx="109800" cy="1098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37" name="Google Shape;437;p41"/>
          <p:cNvSpPr txBox="1"/>
          <p:nvPr/>
        </p:nvSpPr>
        <p:spPr>
          <a:xfrm>
            <a:off x="6492250" y="4085363"/>
            <a:ext cx="2558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latin typeface="DM Sans Light"/>
              <a:ea typeface="DM Sans Light"/>
              <a:cs typeface="DM Sans Light"/>
              <a:sym typeface="DM Sans Light"/>
            </a:endParaRPr>
          </a:p>
        </p:txBody>
      </p:sp>
      <p:sp>
        <p:nvSpPr>
          <p:cNvPr id="438" name="Google Shape;438;p41"/>
          <p:cNvSpPr txBox="1"/>
          <p:nvPr/>
        </p:nvSpPr>
        <p:spPr>
          <a:xfrm>
            <a:off x="3957600" y="3866563"/>
            <a:ext cx="2558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latin typeface="DM Sans Light"/>
              <a:ea typeface="DM Sans Light"/>
              <a:cs typeface="DM Sans Light"/>
              <a:sym typeface="DM Sans Light"/>
            </a:endParaRPr>
          </a:p>
        </p:txBody>
      </p:sp>
      <p:sp>
        <p:nvSpPr>
          <p:cNvPr id="439" name="Google Shape;439;p41"/>
          <p:cNvSpPr txBox="1"/>
          <p:nvPr/>
        </p:nvSpPr>
        <p:spPr>
          <a:xfrm>
            <a:off x="4114800" y="1668163"/>
            <a:ext cx="2558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latin typeface="DM Sans Light"/>
              <a:ea typeface="DM Sans Light"/>
              <a:cs typeface="DM Sans Light"/>
              <a:sym typeface="DM Sans Light"/>
            </a:endParaRPr>
          </a:p>
        </p:txBody>
      </p:sp>
      <p:sp>
        <p:nvSpPr>
          <p:cNvPr id="440" name="Google Shape;440;p41"/>
          <p:cNvSpPr txBox="1"/>
          <p:nvPr/>
        </p:nvSpPr>
        <p:spPr>
          <a:xfrm>
            <a:off x="6409950" y="1885738"/>
            <a:ext cx="2558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latin typeface="DM Sans Light"/>
              <a:ea typeface="DM Sans Light"/>
              <a:cs typeface="DM Sans Light"/>
              <a:sym typeface="DM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2"/>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42"/>
          <p:cNvSpPr txBox="1"/>
          <p:nvPr>
            <p:ph type="title"/>
          </p:nvPr>
        </p:nvSpPr>
        <p:spPr>
          <a:xfrm>
            <a:off x="567200" y="770650"/>
            <a:ext cx="3441600" cy="91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Personalized learning experiences</a:t>
            </a:r>
            <a:endParaRPr/>
          </a:p>
        </p:txBody>
      </p:sp>
      <p:sp>
        <p:nvSpPr>
          <p:cNvPr id="447" name="Google Shape;447;p42"/>
          <p:cNvSpPr txBox="1"/>
          <p:nvPr>
            <p:ph idx="3" type="body"/>
          </p:nvPr>
        </p:nvSpPr>
        <p:spPr>
          <a:xfrm>
            <a:off x="98800" y="1907275"/>
            <a:ext cx="2340300" cy="1133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Learning materials be aligned with student’s interests. </a:t>
            </a:r>
            <a:endParaRPr/>
          </a:p>
          <a:p>
            <a:pPr indent="-304800" lvl="0" marL="457200" rtl="0" algn="l">
              <a:spcBef>
                <a:spcPts val="0"/>
              </a:spcBef>
              <a:spcAft>
                <a:spcPts val="0"/>
              </a:spcAft>
              <a:buSzPts val="1200"/>
              <a:buChar char="●"/>
            </a:pPr>
            <a:r>
              <a:rPr lang="en"/>
              <a:t>It can bring motivation and </a:t>
            </a:r>
            <a:r>
              <a:rPr lang="en"/>
              <a:t>persistence</a:t>
            </a:r>
            <a:r>
              <a:rPr lang="en"/>
              <a:t> </a:t>
            </a:r>
            <a:endParaRPr/>
          </a:p>
          <a:p>
            <a:pPr indent="-304800" lvl="0" marL="457200" rtl="0" algn="l">
              <a:spcBef>
                <a:spcPts val="0"/>
              </a:spcBef>
              <a:spcAft>
                <a:spcPts val="0"/>
              </a:spcAft>
              <a:buSzPts val="1200"/>
              <a:buChar char="●"/>
            </a:pPr>
            <a:r>
              <a:rPr lang="en"/>
              <a:t>Creates your own education rather than the traditional school way</a:t>
            </a:r>
            <a:endParaRPr/>
          </a:p>
        </p:txBody>
      </p:sp>
      <p:sp>
        <p:nvSpPr>
          <p:cNvPr id="448" name="Google Shape;448;p42"/>
          <p:cNvSpPr/>
          <p:nvPr/>
        </p:nvSpPr>
        <p:spPr>
          <a:xfrm>
            <a:off x="5412502" y="1194763"/>
            <a:ext cx="1975374" cy="628182"/>
          </a:xfrm>
          <a:prstGeom prst="flowChartTerminator">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exend"/>
                <a:ea typeface="Lexend"/>
                <a:cs typeface="Lexend"/>
                <a:sym typeface="Lexend"/>
              </a:rPr>
              <a:t>Learning</a:t>
            </a:r>
            <a:endParaRPr>
              <a:solidFill>
                <a:schemeClr val="dk1"/>
              </a:solidFill>
              <a:latin typeface="Lexend"/>
              <a:ea typeface="Lexend"/>
              <a:cs typeface="Lexend"/>
              <a:sym typeface="Lexend"/>
            </a:endParaRPr>
          </a:p>
        </p:txBody>
      </p:sp>
      <p:grpSp>
        <p:nvGrpSpPr>
          <p:cNvPr id="449" name="Google Shape;449;p42"/>
          <p:cNvGrpSpPr/>
          <p:nvPr/>
        </p:nvGrpSpPr>
        <p:grpSpPr>
          <a:xfrm>
            <a:off x="7045515" y="3562098"/>
            <a:ext cx="694402" cy="386998"/>
            <a:chOff x="7416125" y="3551942"/>
            <a:chExt cx="1178150" cy="656596"/>
          </a:xfrm>
        </p:grpSpPr>
        <p:sp>
          <p:nvSpPr>
            <p:cNvPr id="450" name="Google Shape;450;p42"/>
            <p:cNvSpPr/>
            <p:nvPr/>
          </p:nvSpPr>
          <p:spPr>
            <a:xfrm>
              <a:off x="7416125" y="3649638"/>
              <a:ext cx="718200" cy="5589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51" name="Google Shape;451;p42"/>
            <p:cNvSpPr/>
            <p:nvPr/>
          </p:nvSpPr>
          <p:spPr>
            <a:xfrm flipH="1">
              <a:off x="7972075" y="3551942"/>
              <a:ext cx="622200" cy="447000"/>
            </a:xfrm>
            <a:prstGeom prst="wedgeEllipseCallout">
              <a:avLst>
                <a:gd fmla="val -20833" name="adj1"/>
                <a:gd fmla="val 625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452" name="Google Shape;452;p42"/>
          <p:cNvSpPr txBox="1"/>
          <p:nvPr/>
        </p:nvSpPr>
        <p:spPr>
          <a:xfrm>
            <a:off x="4928620" y="2865655"/>
            <a:ext cx="10851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900">
              <a:solidFill>
                <a:schemeClr val="dk1"/>
              </a:solidFill>
              <a:latin typeface="Lexend"/>
              <a:ea typeface="Lexend"/>
              <a:cs typeface="Lexend"/>
              <a:sym typeface="Lexend"/>
            </a:endParaRPr>
          </a:p>
        </p:txBody>
      </p:sp>
      <p:grpSp>
        <p:nvGrpSpPr>
          <p:cNvPr id="453" name="Google Shape;453;p42"/>
          <p:cNvGrpSpPr/>
          <p:nvPr/>
        </p:nvGrpSpPr>
        <p:grpSpPr>
          <a:xfrm>
            <a:off x="5185831" y="3463769"/>
            <a:ext cx="570618" cy="783095"/>
            <a:chOff x="2528574" y="3400224"/>
            <a:chExt cx="881400" cy="1185790"/>
          </a:xfrm>
        </p:grpSpPr>
        <p:sp>
          <p:nvSpPr>
            <p:cNvPr id="454" name="Google Shape;454;p42"/>
            <p:cNvSpPr/>
            <p:nvPr/>
          </p:nvSpPr>
          <p:spPr>
            <a:xfrm rot="-5400000">
              <a:off x="2669424" y="3495417"/>
              <a:ext cx="599700" cy="599700"/>
            </a:xfrm>
            <a:prstGeom prst="flowChartDelay">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55" name="Google Shape;455;p42"/>
            <p:cNvSpPr/>
            <p:nvPr/>
          </p:nvSpPr>
          <p:spPr>
            <a:xfrm>
              <a:off x="2926674" y="3400224"/>
              <a:ext cx="85200" cy="8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56" name="Google Shape;456;p42"/>
            <p:cNvSpPr/>
            <p:nvPr/>
          </p:nvSpPr>
          <p:spPr>
            <a:xfrm>
              <a:off x="2889624" y="4065673"/>
              <a:ext cx="159300" cy="159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57" name="Google Shape;457;p42"/>
            <p:cNvSpPr/>
            <p:nvPr/>
          </p:nvSpPr>
          <p:spPr>
            <a:xfrm rot="8100000">
              <a:off x="2659349" y="3831994"/>
              <a:ext cx="619850" cy="626638"/>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458" name="Google Shape;458;p42"/>
            <p:cNvCxnSpPr/>
            <p:nvPr/>
          </p:nvCxnSpPr>
          <p:spPr>
            <a:xfrm>
              <a:off x="2638224" y="3985800"/>
              <a:ext cx="662100" cy="0"/>
            </a:xfrm>
            <a:prstGeom prst="straightConnector1">
              <a:avLst/>
            </a:prstGeom>
            <a:noFill/>
            <a:ln cap="flat" cmpd="sng" w="19050">
              <a:solidFill>
                <a:schemeClr val="dk1"/>
              </a:solidFill>
              <a:prstDash val="solid"/>
              <a:round/>
              <a:headEnd len="med" w="med" type="none"/>
              <a:tailEnd len="med" w="med" type="none"/>
            </a:ln>
          </p:spPr>
        </p:cxnSp>
      </p:grpSp>
      <p:grpSp>
        <p:nvGrpSpPr>
          <p:cNvPr id="459" name="Google Shape;459;p42"/>
          <p:cNvGrpSpPr/>
          <p:nvPr/>
        </p:nvGrpSpPr>
        <p:grpSpPr>
          <a:xfrm>
            <a:off x="6119767" y="3449819"/>
            <a:ext cx="624370" cy="579207"/>
            <a:chOff x="2545513" y="2082614"/>
            <a:chExt cx="939750" cy="871774"/>
          </a:xfrm>
        </p:grpSpPr>
        <p:grpSp>
          <p:nvGrpSpPr>
            <p:cNvPr id="460" name="Google Shape;460;p42"/>
            <p:cNvGrpSpPr/>
            <p:nvPr/>
          </p:nvGrpSpPr>
          <p:grpSpPr>
            <a:xfrm>
              <a:off x="2545513" y="2354613"/>
              <a:ext cx="939750" cy="599775"/>
              <a:chOff x="2545513" y="2354613"/>
              <a:chExt cx="939750" cy="599775"/>
            </a:xfrm>
          </p:grpSpPr>
          <p:sp>
            <p:nvSpPr>
              <p:cNvPr id="461" name="Google Shape;461;p42"/>
              <p:cNvSpPr/>
              <p:nvPr/>
            </p:nvSpPr>
            <p:spPr>
              <a:xfrm>
                <a:off x="2545513" y="2757288"/>
                <a:ext cx="196800" cy="19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2" name="Google Shape;462;p42"/>
              <p:cNvSpPr/>
              <p:nvPr/>
            </p:nvSpPr>
            <p:spPr>
              <a:xfrm>
                <a:off x="2793175" y="2575351"/>
                <a:ext cx="196800" cy="37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3" name="Google Shape;463;p42"/>
              <p:cNvSpPr/>
              <p:nvPr/>
            </p:nvSpPr>
            <p:spPr>
              <a:xfrm>
                <a:off x="3040813" y="2490813"/>
                <a:ext cx="196800" cy="46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4" name="Google Shape;464;p42"/>
              <p:cNvSpPr/>
              <p:nvPr/>
            </p:nvSpPr>
            <p:spPr>
              <a:xfrm>
                <a:off x="3288463" y="2354613"/>
                <a:ext cx="196800" cy="59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65" name="Google Shape;465;p42"/>
            <p:cNvGrpSpPr/>
            <p:nvPr/>
          </p:nvGrpSpPr>
          <p:grpSpPr>
            <a:xfrm>
              <a:off x="2615263" y="2082614"/>
              <a:ext cx="800263" cy="460438"/>
              <a:chOff x="2615263" y="2206150"/>
              <a:chExt cx="800263" cy="460438"/>
            </a:xfrm>
          </p:grpSpPr>
          <p:sp>
            <p:nvSpPr>
              <p:cNvPr id="466" name="Google Shape;466;p42"/>
              <p:cNvSpPr/>
              <p:nvPr/>
            </p:nvSpPr>
            <p:spPr>
              <a:xfrm>
                <a:off x="2615263" y="2609288"/>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7" name="Google Shape;467;p42"/>
              <p:cNvSpPr/>
              <p:nvPr/>
            </p:nvSpPr>
            <p:spPr>
              <a:xfrm>
                <a:off x="2862925" y="2386675"/>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8" name="Google Shape;468;p42"/>
              <p:cNvSpPr/>
              <p:nvPr/>
            </p:nvSpPr>
            <p:spPr>
              <a:xfrm>
                <a:off x="3110575" y="2386663"/>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9" name="Google Shape;469;p42"/>
              <p:cNvSpPr/>
              <p:nvPr/>
            </p:nvSpPr>
            <p:spPr>
              <a:xfrm>
                <a:off x="3358225" y="2206150"/>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470" name="Google Shape;470;p42"/>
              <p:cNvCxnSpPr/>
              <p:nvPr/>
            </p:nvCxnSpPr>
            <p:spPr>
              <a:xfrm flipH="1" rot="10800000">
                <a:off x="2642416" y="2414884"/>
                <a:ext cx="250800" cy="222000"/>
              </a:xfrm>
              <a:prstGeom prst="straightConnector1">
                <a:avLst/>
              </a:prstGeom>
              <a:noFill/>
              <a:ln cap="flat" cmpd="sng" w="19050">
                <a:solidFill>
                  <a:schemeClr val="dk1"/>
                </a:solidFill>
                <a:prstDash val="solid"/>
                <a:round/>
                <a:headEnd len="med" w="med" type="none"/>
                <a:tailEnd len="med" w="med" type="none"/>
              </a:ln>
            </p:spPr>
          </p:cxnSp>
          <p:cxnSp>
            <p:nvCxnSpPr>
              <p:cNvPr id="471" name="Google Shape;471;p42"/>
              <p:cNvCxnSpPr/>
              <p:nvPr/>
            </p:nvCxnSpPr>
            <p:spPr>
              <a:xfrm>
                <a:off x="2891275" y="2415613"/>
                <a:ext cx="249000" cy="0"/>
              </a:xfrm>
              <a:prstGeom prst="straightConnector1">
                <a:avLst/>
              </a:prstGeom>
              <a:noFill/>
              <a:ln cap="flat" cmpd="sng" w="19050">
                <a:solidFill>
                  <a:schemeClr val="dk1"/>
                </a:solidFill>
                <a:prstDash val="solid"/>
                <a:round/>
                <a:headEnd len="med" w="med" type="none"/>
                <a:tailEnd len="med" w="med" type="none"/>
              </a:ln>
            </p:spPr>
          </p:cxnSp>
          <p:cxnSp>
            <p:nvCxnSpPr>
              <p:cNvPr id="472" name="Google Shape;472;p42"/>
              <p:cNvCxnSpPr/>
              <p:nvPr/>
            </p:nvCxnSpPr>
            <p:spPr>
              <a:xfrm flipH="1" rot="10800000">
                <a:off x="3140375" y="2233825"/>
                <a:ext cx="255000" cy="184500"/>
              </a:xfrm>
              <a:prstGeom prst="straightConnector1">
                <a:avLst/>
              </a:prstGeom>
              <a:noFill/>
              <a:ln cap="flat" cmpd="sng" w="19050">
                <a:solidFill>
                  <a:schemeClr val="dk1"/>
                </a:solidFill>
                <a:prstDash val="solid"/>
                <a:round/>
                <a:headEnd len="med" w="med" type="none"/>
                <a:tailEnd len="med" w="med" type="none"/>
              </a:ln>
            </p:spPr>
          </p:cxnSp>
        </p:grpSp>
      </p:grpSp>
      <p:grpSp>
        <p:nvGrpSpPr>
          <p:cNvPr id="473" name="Google Shape;473;p42"/>
          <p:cNvGrpSpPr/>
          <p:nvPr/>
        </p:nvGrpSpPr>
        <p:grpSpPr>
          <a:xfrm>
            <a:off x="6176207" y="2278621"/>
            <a:ext cx="511470" cy="536596"/>
            <a:chOff x="5778650" y="825188"/>
            <a:chExt cx="745800" cy="782438"/>
          </a:xfrm>
        </p:grpSpPr>
        <p:grpSp>
          <p:nvGrpSpPr>
            <p:cNvPr id="474" name="Google Shape;474;p42"/>
            <p:cNvGrpSpPr/>
            <p:nvPr/>
          </p:nvGrpSpPr>
          <p:grpSpPr>
            <a:xfrm>
              <a:off x="5778650" y="825188"/>
              <a:ext cx="745800" cy="782438"/>
              <a:chOff x="5778650" y="825188"/>
              <a:chExt cx="745800" cy="782438"/>
            </a:xfrm>
          </p:grpSpPr>
          <p:sp>
            <p:nvSpPr>
              <p:cNvPr id="475" name="Google Shape;475;p42"/>
              <p:cNvSpPr/>
              <p:nvPr/>
            </p:nvSpPr>
            <p:spPr>
              <a:xfrm>
                <a:off x="5784200" y="872925"/>
                <a:ext cx="734700" cy="734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476" name="Google Shape;476;p42"/>
              <p:cNvCxnSpPr/>
              <p:nvPr/>
            </p:nvCxnSpPr>
            <p:spPr>
              <a:xfrm>
                <a:off x="5778650" y="1027424"/>
                <a:ext cx="745800" cy="0"/>
              </a:xfrm>
              <a:prstGeom prst="straightConnector1">
                <a:avLst/>
              </a:prstGeom>
              <a:noFill/>
              <a:ln cap="flat" cmpd="sng" w="19050">
                <a:solidFill>
                  <a:schemeClr val="dk1"/>
                </a:solidFill>
                <a:prstDash val="solid"/>
                <a:round/>
                <a:headEnd len="med" w="med" type="none"/>
                <a:tailEnd len="med" w="med" type="none"/>
              </a:ln>
            </p:spPr>
          </p:cxnSp>
          <p:grpSp>
            <p:nvGrpSpPr>
              <p:cNvPr id="477" name="Google Shape;477;p42"/>
              <p:cNvGrpSpPr/>
              <p:nvPr/>
            </p:nvGrpSpPr>
            <p:grpSpPr>
              <a:xfrm>
                <a:off x="5917500" y="825188"/>
                <a:ext cx="468100" cy="98700"/>
                <a:chOff x="5919275" y="825188"/>
                <a:chExt cx="468100" cy="98700"/>
              </a:xfrm>
            </p:grpSpPr>
            <p:cxnSp>
              <p:nvCxnSpPr>
                <p:cNvPr id="478" name="Google Shape;478;p42"/>
                <p:cNvCxnSpPr/>
                <p:nvPr/>
              </p:nvCxnSpPr>
              <p:spPr>
                <a:xfrm>
                  <a:off x="6036300" y="825188"/>
                  <a:ext cx="0" cy="98700"/>
                </a:xfrm>
                <a:prstGeom prst="straightConnector1">
                  <a:avLst/>
                </a:prstGeom>
                <a:noFill/>
                <a:ln cap="flat" cmpd="sng" w="19050">
                  <a:solidFill>
                    <a:schemeClr val="dk1"/>
                  </a:solidFill>
                  <a:prstDash val="solid"/>
                  <a:round/>
                  <a:headEnd len="med" w="med" type="none"/>
                  <a:tailEnd len="med" w="med" type="none"/>
                </a:ln>
              </p:spPr>
            </p:cxnSp>
            <p:cxnSp>
              <p:nvCxnSpPr>
                <p:cNvPr id="479" name="Google Shape;479;p42"/>
                <p:cNvCxnSpPr/>
                <p:nvPr/>
              </p:nvCxnSpPr>
              <p:spPr>
                <a:xfrm>
                  <a:off x="6153325" y="825188"/>
                  <a:ext cx="0" cy="9870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42"/>
                <p:cNvCxnSpPr/>
                <p:nvPr/>
              </p:nvCxnSpPr>
              <p:spPr>
                <a:xfrm>
                  <a:off x="6270350" y="825188"/>
                  <a:ext cx="0" cy="9870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42"/>
                <p:cNvCxnSpPr/>
                <p:nvPr/>
              </p:nvCxnSpPr>
              <p:spPr>
                <a:xfrm>
                  <a:off x="6387375" y="825188"/>
                  <a:ext cx="0" cy="98700"/>
                </a:xfrm>
                <a:prstGeom prst="straightConnector1">
                  <a:avLst/>
                </a:prstGeom>
                <a:noFill/>
                <a:ln cap="flat" cmpd="sng" w="19050">
                  <a:solidFill>
                    <a:schemeClr val="dk1"/>
                  </a:solidFill>
                  <a:prstDash val="solid"/>
                  <a:round/>
                  <a:headEnd len="med" w="med" type="none"/>
                  <a:tailEnd len="med" w="med" type="none"/>
                </a:ln>
              </p:spPr>
            </p:cxnSp>
            <p:cxnSp>
              <p:nvCxnSpPr>
                <p:cNvPr id="482" name="Google Shape;482;p42"/>
                <p:cNvCxnSpPr/>
                <p:nvPr/>
              </p:nvCxnSpPr>
              <p:spPr>
                <a:xfrm>
                  <a:off x="5919275" y="825188"/>
                  <a:ext cx="0" cy="98700"/>
                </a:xfrm>
                <a:prstGeom prst="straightConnector1">
                  <a:avLst/>
                </a:prstGeom>
                <a:noFill/>
                <a:ln cap="flat" cmpd="sng" w="19050">
                  <a:solidFill>
                    <a:schemeClr val="dk1"/>
                  </a:solidFill>
                  <a:prstDash val="solid"/>
                  <a:round/>
                  <a:headEnd len="med" w="med" type="none"/>
                  <a:tailEnd len="med" w="med" type="none"/>
                </a:ln>
              </p:spPr>
            </p:cxnSp>
          </p:grpSp>
        </p:grpSp>
        <p:grpSp>
          <p:nvGrpSpPr>
            <p:cNvPr id="483" name="Google Shape;483;p42"/>
            <p:cNvGrpSpPr/>
            <p:nvPr/>
          </p:nvGrpSpPr>
          <p:grpSpPr>
            <a:xfrm>
              <a:off x="5872069" y="1111600"/>
              <a:ext cx="558962" cy="395668"/>
              <a:chOff x="5870947" y="1111600"/>
              <a:chExt cx="558962" cy="395668"/>
            </a:xfrm>
          </p:grpSpPr>
          <p:sp>
            <p:nvSpPr>
              <p:cNvPr id="484" name="Google Shape;484;p42"/>
              <p:cNvSpPr/>
              <p:nvPr/>
            </p:nvSpPr>
            <p:spPr>
              <a:xfrm>
                <a:off x="5870947" y="1111600"/>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5" name="Google Shape;485;p42"/>
              <p:cNvSpPr/>
              <p:nvPr/>
            </p:nvSpPr>
            <p:spPr>
              <a:xfrm>
                <a:off x="6019568" y="1111600"/>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6" name="Google Shape;486;p42"/>
              <p:cNvSpPr/>
              <p:nvPr/>
            </p:nvSpPr>
            <p:spPr>
              <a:xfrm>
                <a:off x="6168189" y="1111600"/>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7" name="Google Shape;487;p42"/>
              <p:cNvSpPr/>
              <p:nvPr/>
            </p:nvSpPr>
            <p:spPr>
              <a:xfrm>
                <a:off x="6316809" y="1111600"/>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8" name="Google Shape;488;p42"/>
              <p:cNvSpPr/>
              <p:nvPr/>
            </p:nvSpPr>
            <p:spPr>
              <a:xfrm>
                <a:off x="5870947" y="1252887"/>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9" name="Google Shape;489;p42"/>
              <p:cNvSpPr/>
              <p:nvPr/>
            </p:nvSpPr>
            <p:spPr>
              <a:xfrm>
                <a:off x="6019568" y="1252887"/>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0" name="Google Shape;490;p42"/>
              <p:cNvSpPr/>
              <p:nvPr/>
            </p:nvSpPr>
            <p:spPr>
              <a:xfrm>
                <a:off x="6168189" y="1252887"/>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1" name="Google Shape;491;p42"/>
              <p:cNvSpPr/>
              <p:nvPr/>
            </p:nvSpPr>
            <p:spPr>
              <a:xfrm>
                <a:off x="6316809" y="1252887"/>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2" name="Google Shape;492;p42"/>
              <p:cNvSpPr/>
              <p:nvPr/>
            </p:nvSpPr>
            <p:spPr>
              <a:xfrm>
                <a:off x="5870947" y="1394168"/>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3" name="Google Shape;493;p42"/>
              <p:cNvSpPr/>
              <p:nvPr/>
            </p:nvSpPr>
            <p:spPr>
              <a:xfrm>
                <a:off x="6019572" y="1394168"/>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4" name="Google Shape;494;p42"/>
              <p:cNvSpPr/>
              <p:nvPr/>
            </p:nvSpPr>
            <p:spPr>
              <a:xfrm>
                <a:off x="6168196" y="1394168"/>
                <a:ext cx="113100" cy="113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495" name="Google Shape;495;p42"/>
          <p:cNvGrpSpPr/>
          <p:nvPr/>
        </p:nvGrpSpPr>
        <p:grpSpPr>
          <a:xfrm>
            <a:off x="7171571" y="2268294"/>
            <a:ext cx="451641" cy="547009"/>
            <a:chOff x="7558725" y="2127799"/>
            <a:chExt cx="696225" cy="843239"/>
          </a:xfrm>
        </p:grpSpPr>
        <p:grpSp>
          <p:nvGrpSpPr>
            <p:cNvPr id="496" name="Google Shape;496;p42"/>
            <p:cNvGrpSpPr/>
            <p:nvPr/>
          </p:nvGrpSpPr>
          <p:grpSpPr>
            <a:xfrm>
              <a:off x="7558725" y="2222838"/>
              <a:ext cx="599700" cy="748200"/>
              <a:chOff x="7558725" y="2222838"/>
              <a:chExt cx="599700" cy="748200"/>
            </a:xfrm>
          </p:grpSpPr>
          <p:sp>
            <p:nvSpPr>
              <p:cNvPr id="497" name="Google Shape;497;p42"/>
              <p:cNvSpPr/>
              <p:nvPr/>
            </p:nvSpPr>
            <p:spPr>
              <a:xfrm>
                <a:off x="7558725" y="2222838"/>
                <a:ext cx="599700" cy="7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498" name="Google Shape;498;p42"/>
              <p:cNvGrpSpPr/>
              <p:nvPr/>
            </p:nvGrpSpPr>
            <p:grpSpPr>
              <a:xfrm>
                <a:off x="7635375" y="2384363"/>
                <a:ext cx="446400" cy="301800"/>
                <a:chOff x="7635375" y="2384363"/>
                <a:chExt cx="446400" cy="301800"/>
              </a:xfrm>
            </p:grpSpPr>
            <p:cxnSp>
              <p:nvCxnSpPr>
                <p:cNvPr id="499" name="Google Shape;499;p42"/>
                <p:cNvCxnSpPr/>
                <p:nvPr/>
              </p:nvCxnSpPr>
              <p:spPr>
                <a:xfrm>
                  <a:off x="7635375" y="2484963"/>
                  <a:ext cx="446400" cy="0"/>
                </a:xfrm>
                <a:prstGeom prst="straightConnector1">
                  <a:avLst/>
                </a:prstGeom>
                <a:noFill/>
                <a:ln cap="flat" cmpd="sng" w="19050">
                  <a:solidFill>
                    <a:schemeClr val="dk1"/>
                  </a:solidFill>
                  <a:prstDash val="solid"/>
                  <a:round/>
                  <a:headEnd len="med" w="med" type="none"/>
                  <a:tailEnd len="med" w="med" type="none"/>
                </a:ln>
              </p:spPr>
            </p:cxnSp>
            <p:cxnSp>
              <p:nvCxnSpPr>
                <p:cNvPr id="500" name="Google Shape;500;p42"/>
                <p:cNvCxnSpPr/>
                <p:nvPr/>
              </p:nvCxnSpPr>
              <p:spPr>
                <a:xfrm>
                  <a:off x="7635375" y="2585563"/>
                  <a:ext cx="446400" cy="0"/>
                </a:xfrm>
                <a:prstGeom prst="straightConnector1">
                  <a:avLst/>
                </a:prstGeom>
                <a:noFill/>
                <a:ln cap="flat" cmpd="sng" w="19050">
                  <a:solidFill>
                    <a:schemeClr val="dk1"/>
                  </a:solidFill>
                  <a:prstDash val="solid"/>
                  <a:round/>
                  <a:headEnd len="med" w="med" type="none"/>
                  <a:tailEnd len="med" w="med" type="none"/>
                </a:ln>
              </p:spPr>
            </p:cxnSp>
            <p:cxnSp>
              <p:nvCxnSpPr>
                <p:cNvPr id="501" name="Google Shape;501;p42"/>
                <p:cNvCxnSpPr/>
                <p:nvPr/>
              </p:nvCxnSpPr>
              <p:spPr>
                <a:xfrm>
                  <a:off x="7635375" y="2686163"/>
                  <a:ext cx="293400" cy="0"/>
                </a:xfrm>
                <a:prstGeom prst="straightConnector1">
                  <a:avLst/>
                </a:prstGeom>
                <a:noFill/>
                <a:ln cap="flat" cmpd="sng" w="19050">
                  <a:solidFill>
                    <a:schemeClr val="dk1"/>
                  </a:solidFill>
                  <a:prstDash val="solid"/>
                  <a:round/>
                  <a:headEnd len="med" w="med" type="none"/>
                  <a:tailEnd len="med" w="med" type="none"/>
                </a:ln>
              </p:spPr>
            </p:cxnSp>
            <p:cxnSp>
              <p:nvCxnSpPr>
                <p:cNvPr id="502" name="Google Shape;502;p42"/>
                <p:cNvCxnSpPr/>
                <p:nvPr/>
              </p:nvCxnSpPr>
              <p:spPr>
                <a:xfrm>
                  <a:off x="7635375" y="2384363"/>
                  <a:ext cx="446400" cy="0"/>
                </a:xfrm>
                <a:prstGeom prst="straightConnector1">
                  <a:avLst/>
                </a:prstGeom>
                <a:noFill/>
                <a:ln cap="flat" cmpd="sng" w="19050">
                  <a:solidFill>
                    <a:schemeClr val="dk1"/>
                  </a:solidFill>
                  <a:prstDash val="solid"/>
                  <a:round/>
                  <a:headEnd len="med" w="med" type="none"/>
                  <a:tailEnd len="med" w="med" type="none"/>
                </a:ln>
              </p:spPr>
            </p:cxnSp>
          </p:grpSp>
        </p:grpSp>
        <p:grpSp>
          <p:nvGrpSpPr>
            <p:cNvPr id="503" name="Google Shape;503;p42"/>
            <p:cNvGrpSpPr/>
            <p:nvPr/>
          </p:nvGrpSpPr>
          <p:grpSpPr>
            <a:xfrm>
              <a:off x="7661833" y="2172667"/>
              <a:ext cx="546300" cy="695100"/>
              <a:chOff x="7635375" y="2199125"/>
              <a:chExt cx="546300" cy="695100"/>
            </a:xfrm>
          </p:grpSpPr>
          <p:cxnSp>
            <p:nvCxnSpPr>
              <p:cNvPr id="504" name="Google Shape;504;p42"/>
              <p:cNvCxnSpPr/>
              <p:nvPr/>
            </p:nvCxnSpPr>
            <p:spPr>
              <a:xfrm>
                <a:off x="7635375" y="2213511"/>
                <a:ext cx="546300" cy="0"/>
              </a:xfrm>
              <a:prstGeom prst="straightConnector1">
                <a:avLst/>
              </a:prstGeom>
              <a:noFill/>
              <a:ln cap="flat" cmpd="sng" w="19050">
                <a:solidFill>
                  <a:schemeClr val="dk1"/>
                </a:solidFill>
                <a:prstDash val="solid"/>
                <a:round/>
                <a:headEnd len="med" w="med" type="none"/>
                <a:tailEnd len="med" w="med" type="none"/>
              </a:ln>
            </p:spPr>
          </p:cxnSp>
          <p:cxnSp>
            <p:nvCxnSpPr>
              <p:cNvPr id="505" name="Google Shape;505;p42"/>
              <p:cNvCxnSpPr/>
              <p:nvPr/>
            </p:nvCxnSpPr>
            <p:spPr>
              <a:xfrm rot="10800000">
                <a:off x="8167575" y="2199125"/>
                <a:ext cx="0" cy="695100"/>
              </a:xfrm>
              <a:prstGeom prst="straightConnector1">
                <a:avLst/>
              </a:prstGeom>
              <a:noFill/>
              <a:ln cap="flat" cmpd="sng" w="19050">
                <a:solidFill>
                  <a:schemeClr val="dk1"/>
                </a:solidFill>
                <a:prstDash val="solid"/>
                <a:round/>
                <a:headEnd len="med" w="med" type="none"/>
                <a:tailEnd len="med" w="med" type="none"/>
              </a:ln>
            </p:spPr>
          </p:cxnSp>
        </p:grpSp>
        <p:grpSp>
          <p:nvGrpSpPr>
            <p:cNvPr id="506" name="Google Shape;506;p42"/>
            <p:cNvGrpSpPr/>
            <p:nvPr/>
          </p:nvGrpSpPr>
          <p:grpSpPr>
            <a:xfrm>
              <a:off x="7687050" y="2127799"/>
              <a:ext cx="567900" cy="695100"/>
              <a:chOff x="7614086" y="2199125"/>
              <a:chExt cx="567900" cy="695100"/>
            </a:xfrm>
          </p:grpSpPr>
          <p:cxnSp>
            <p:nvCxnSpPr>
              <p:cNvPr id="507" name="Google Shape;507;p42"/>
              <p:cNvCxnSpPr/>
              <p:nvPr/>
            </p:nvCxnSpPr>
            <p:spPr>
              <a:xfrm>
                <a:off x="7614086" y="2213501"/>
                <a:ext cx="567900" cy="0"/>
              </a:xfrm>
              <a:prstGeom prst="straightConnector1">
                <a:avLst/>
              </a:prstGeom>
              <a:noFill/>
              <a:ln cap="flat" cmpd="sng" w="19050">
                <a:solidFill>
                  <a:schemeClr val="dk1"/>
                </a:solidFill>
                <a:prstDash val="solid"/>
                <a:round/>
                <a:headEnd len="med" w="med" type="none"/>
                <a:tailEnd len="med" w="med" type="none"/>
              </a:ln>
            </p:spPr>
          </p:cxnSp>
          <p:cxnSp>
            <p:nvCxnSpPr>
              <p:cNvPr id="508" name="Google Shape;508;p42"/>
              <p:cNvCxnSpPr/>
              <p:nvPr/>
            </p:nvCxnSpPr>
            <p:spPr>
              <a:xfrm rot="10800000">
                <a:off x="8167575" y="2199125"/>
                <a:ext cx="0" cy="695100"/>
              </a:xfrm>
              <a:prstGeom prst="straightConnector1">
                <a:avLst/>
              </a:prstGeom>
              <a:noFill/>
              <a:ln cap="flat" cmpd="sng" w="19050">
                <a:solidFill>
                  <a:schemeClr val="dk1"/>
                </a:solidFill>
                <a:prstDash val="solid"/>
                <a:round/>
                <a:headEnd len="med" w="med" type="none"/>
                <a:tailEnd len="med" w="med" type="none"/>
              </a:ln>
            </p:spPr>
          </p:cxnSp>
        </p:grpSp>
      </p:grpSp>
      <p:grpSp>
        <p:nvGrpSpPr>
          <p:cNvPr id="509" name="Google Shape;509;p42"/>
          <p:cNvGrpSpPr/>
          <p:nvPr/>
        </p:nvGrpSpPr>
        <p:grpSpPr>
          <a:xfrm>
            <a:off x="5096632" y="2368002"/>
            <a:ext cx="748983" cy="628158"/>
            <a:chOff x="7350525" y="918771"/>
            <a:chExt cx="1106654" cy="928129"/>
          </a:xfrm>
        </p:grpSpPr>
        <p:grpSp>
          <p:nvGrpSpPr>
            <p:cNvPr id="510" name="Google Shape;510;p42"/>
            <p:cNvGrpSpPr/>
            <p:nvPr/>
          </p:nvGrpSpPr>
          <p:grpSpPr>
            <a:xfrm>
              <a:off x="7350525" y="918771"/>
              <a:ext cx="622200" cy="928129"/>
              <a:chOff x="7350525" y="918771"/>
              <a:chExt cx="622200" cy="928129"/>
            </a:xfrm>
          </p:grpSpPr>
          <p:sp>
            <p:nvSpPr>
              <p:cNvPr id="511" name="Google Shape;511;p42"/>
              <p:cNvSpPr/>
              <p:nvPr/>
            </p:nvSpPr>
            <p:spPr>
              <a:xfrm rot="5400000">
                <a:off x="7350525" y="1224700"/>
                <a:ext cx="622200" cy="622200"/>
              </a:xfrm>
              <a:prstGeom prst="pie">
                <a:avLst>
                  <a:gd fmla="val 5399541"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12" name="Google Shape;512;p42"/>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513" name="Google Shape;513;p42"/>
            <p:cNvGrpSpPr/>
            <p:nvPr/>
          </p:nvGrpSpPr>
          <p:grpSpPr>
            <a:xfrm>
              <a:off x="8037779" y="1104259"/>
              <a:ext cx="419400" cy="639168"/>
              <a:chOff x="8037779" y="1104259"/>
              <a:chExt cx="419400" cy="639168"/>
            </a:xfrm>
          </p:grpSpPr>
          <p:sp>
            <p:nvSpPr>
              <p:cNvPr id="514" name="Google Shape;514;p42"/>
              <p:cNvSpPr/>
              <p:nvPr/>
            </p:nvSpPr>
            <p:spPr>
              <a:xfrm rot="5400000">
                <a:off x="8037779" y="1324026"/>
                <a:ext cx="419400" cy="419400"/>
              </a:xfrm>
              <a:prstGeom prst="pie">
                <a:avLst>
                  <a:gd fmla="val 5399541"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15" name="Google Shape;515;p42"/>
              <p:cNvSpPr/>
              <p:nvPr/>
            </p:nvSpPr>
            <p:spPr>
              <a:xfrm>
                <a:off x="8157029" y="1104259"/>
                <a:ext cx="180900" cy="180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516" name="Google Shape;516;p42"/>
          <p:cNvSpPr txBox="1"/>
          <p:nvPr>
            <p:ph idx="3" type="body"/>
          </p:nvPr>
        </p:nvSpPr>
        <p:spPr>
          <a:xfrm>
            <a:off x="2425750" y="2005050"/>
            <a:ext cx="2340300" cy="1133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Limited social skills</a:t>
            </a:r>
            <a:endParaRPr/>
          </a:p>
          <a:p>
            <a:pPr indent="-304800" lvl="0" marL="457200" rtl="0" algn="l">
              <a:spcBef>
                <a:spcPts val="0"/>
              </a:spcBef>
              <a:spcAft>
                <a:spcPts val="0"/>
              </a:spcAft>
              <a:buSzPts val="1200"/>
              <a:buChar char="●"/>
            </a:pPr>
            <a:r>
              <a:rPr lang="en"/>
              <a:t>A lot of biases </a:t>
            </a:r>
            <a:r>
              <a:rPr lang="en"/>
              <a:t>assessment</a:t>
            </a:r>
            <a:r>
              <a:rPr lang="en"/>
              <a:t>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3"/>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43"/>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23" name="Google Shape;523;p43"/>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Game based learning </a:t>
            </a:r>
            <a:endParaRPr/>
          </a:p>
        </p:txBody>
      </p:sp>
      <p:sp>
        <p:nvSpPr>
          <p:cNvPr id="524" name="Google Shape;524;p43"/>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Focuses literacy, problem solving, numeracy and different skills. </a:t>
            </a:r>
            <a:endParaRPr sz="1400"/>
          </a:p>
          <a:p>
            <a:pPr indent="-317500" lvl="0" marL="457200" rtl="0" algn="l">
              <a:spcBef>
                <a:spcPts val="0"/>
              </a:spcBef>
              <a:spcAft>
                <a:spcPts val="0"/>
              </a:spcAft>
              <a:buSzPts val="1400"/>
              <a:buChar char="●"/>
            </a:pPr>
            <a:r>
              <a:rPr lang="en" sz="1400"/>
              <a:t>Engaging and explores children’s </a:t>
            </a:r>
            <a:r>
              <a:rPr lang="en" sz="1400"/>
              <a:t>curiosity. </a:t>
            </a:r>
            <a:endParaRPr sz="1400"/>
          </a:p>
          <a:p>
            <a:pPr indent="-317500" lvl="0" marL="457200" rtl="0" algn="l">
              <a:spcBef>
                <a:spcPts val="0"/>
              </a:spcBef>
              <a:spcAft>
                <a:spcPts val="0"/>
              </a:spcAft>
              <a:buSzPts val="1400"/>
              <a:buChar char="●"/>
            </a:pPr>
            <a:r>
              <a:rPr lang="en" sz="1400"/>
              <a:t>Games are such as puzzles, board games, manipulatives. </a:t>
            </a:r>
            <a:endParaRPr sz="1400"/>
          </a:p>
          <a:p>
            <a:pPr indent="0" lvl="0" marL="0" rtl="0" algn="l">
              <a:spcBef>
                <a:spcPts val="1200"/>
              </a:spcBef>
              <a:spcAft>
                <a:spcPts val="1200"/>
              </a:spcAft>
              <a:buNone/>
            </a:pPr>
            <a:r>
              <a:t/>
            </a:r>
            <a:endParaRPr/>
          </a:p>
        </p:txBody>
      </p:sp>
      <p:sp>
        <p:nvSpPr>
          <p:cNvPr id="525" name="Google Shape;525;p43"/>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pic>
        <p:nvPicPr>
          <p:cNvPr id="526" name="Google Shape;526;p43"/>
          <p:cNvPicPr preferRelativeResize="0"/>
          <p:nvPr/>
        </p:nvPicPr>
        <p:blipFill>
          <a:blip r:embed="rId3">
            <a:alphaModFix/>
          </a:blip>
          <a:stretch>
            <a:fillRect/>
          </a:stretch>
        </p:blipFill>
        <p:spPr>
          <a:xfrm>
            <a:off x="5318400" y="1690150"/>
            <a:ext cx="2143125" cy="2143125"/>
          </a:xfrm>
          <a:prstGeom prst="rect">
            <a:avLst/>
          </a:prstGeom>
          <a:noFill/>
          <a:ln>
            <a:noFill/>
          </a:ln>
        </p:spPr>
      </p:pic>
      <p:pic>
        <p:nvPicPr>
          <p:cNvPr id="527" name="Google Shape;527;p43"/>
          <p:cNvPicPr preferRelativeResize="0"/>
          <p:nvPr/>
        </p:nvPicPr>
        <p:blipFill>
          <a:blip r:embed="rId4">
            <a:alphaModFix/>
          </a:blip>
          <a:stretch>
            <a:fillRect/>
          </a:stretch>
        </p:blipFill>
        <p:spPr>
          <a:xfrm rot="-910962">
            <a:off x="3073587" y="68637"/>
            <a:ext cx="1597950" cy="1597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4"/>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3" name="Google Shape;533;p4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34" name="Google Shape;534;p44"/>
          <p:cNvSpPr txBox="1"/>
          <p:nvPr>
            <p:ph type="title"/>
          </p:nvPr>
        </p:nvSpPr>
        <p:spPr>
          <a:xfrm>
            <a:off x="146450" y="182880"/>
            <a:ext cx="4506900" cy="113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a:t>
            </a:r>
            <a:r>
              <a:rPr lang="en"/>
              <a:t> AI learning system</a:t>
            </a:r>
            <a:endParaRPr/>
          </a:p>
        </p:txBody>
      </p:sp>
      <p:sp>
        <p:nvSpPr>
          <p:cNvPr id="535" name="Google Shape;535;p44"/>
          <p:cNvSpPr txBox="1"/>
          <p:nvPr>
            <p:ph idx="3" type="body"/>
          </p:nvPr>
        </p:nvSpPr>
        <p:spPr>
          <a:xfrm>
            <a:off x="157138" y="3840480"/>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Converts speech into text and help </a:t>
            </a:r>
            <a:r>
              <a:rPr lang="en"/>
              <a:t>pronunciate and language development </a:t>
            </a:r>
            <a:r>
              <a:rPr lang="en"/>
              <a:t> </a:t>
            </a:r>
            <a:endParaRPr/>
          </a:p>
        </p:txBody>
      </p:sp>
      <p:sp>
        <p:nvSpPr>
          <p:cNvPr id="536" name="Google Shape;536;p44"/>
          <p:cNvSpPr txBox="1"/>
          <p:nvPr>
            <p:ph idx="4" type="body"/>
          </p:nvPr>
        </p:nvSpPr>
        <p:spPr>
          <a:xfrm>
            <a:off x="3280200" y="3840475"/>
            <a:ext cx="2994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Allows for verbal interactions with program, range from conversational bots to content generators</a:t>
            </a:r>
            <a:endParaRPr/>
          </a:p>
        </p:txBody>
      </p:sp>
      <p:sp>
        <p:nvSpPr>
          <p:cNvPr id="537" name="Google Shape;537;p44"/>
          <p:cNvSpPr txBox="1"/>
          <p:nvPr>
            <p:ph idx="5" type="body"/>
          </p:nvPr>
        </p:nvSpPr>
        <p:spPr>
          <a:xfrm>
            <a:off x="6406288" y="3840480"/>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Personalized learning pathways on the need and process</a:t>
            </a:r>
            <a:endParaRPr/>
          </a:p>
        </p:txBody>
      </p:sp>
      <p:sp>
        <p:nvSpPr>
          <p:cNvPr id="538" name="Google Shape;538;p44"/>
          <p:cNvSpPr txBox="1"/>
          <p:nvPr>
            <p:ph idx="6" type="subTitle"/>
          </p:nvPr>
        </p:nvSpPr>
        <p:spPr>
          <a:xfrm>
            <a:off x="154113" y="3566150"/>
            <a:ext cx="25866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Speech </a:t>
            </a:r>
            <a:r>
              <a:rPr lang="en"/>
              <a:t>recognition</a:t>
            </a:r>
            <a:endParaRPr/>
          </a:p>
        </p:txBody>
      </p:sp>
      <p:sp>
        <p:nvSpPr>
          <p:cNvPr id="539" name="Google Shape;539;p44"/>
          <p:cNvSpPr txBox="1"/>
          <p:nvPr>
            <p:ph idx="7" type="subTitle"/>
          </p:nvPr>
        </p:nvSpPr>
        <p:spPr>
          <a:xfrm>
            <a:off x="3280200" y="3566150"/>
            <a:ext cx="29415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Natural language processing </a:t>
            </a:r>
            <a:endParaRPr/>
          </a:p>
        </p:txBody>
      </p:sp>
      <p:sp>
        <p:nvSpPr>
          <p:cNvPr id="540" name="Google Shape;540;p44"/>
          <p:cNvSpPr txBox="1"/>
          <p:nvPr>
            <p:ph idx="8" type="subTitle"/>
          </p:nvPr>
        </p:nvSpPr>
        <p:spPr>
          <a:xfrm>
            <a:off x="6406288" y="3566160"/>
            <a:ext cx="25836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Adaptive</a:t>
            </a:r>
            <a:r>
              <a:rPr lang="en"/>
              <a:t> learning system</a:t>
            </a:r>
            <a:endParaRPr/>
          </a:p>
        </p:txBody>
      </p:sp>
      <p:sp>
        <p:nvSpPr>
          <p:cNvPr id="541" name="Google Shape;541;p44"/>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pic>
        <p:nvPicPr>
          <p:cNvPr id="542" name="Google Shape;542;p44"/>
          <p:cNvPicPr preferRelativeResize="0"/>
          <p:nvPr/>
        </p:nvPicPr>
        <p:blipFill>
          <a:blip r:embed="rId3">
            <a:alphaModFix/>
          </a:blip>
          <a:stretch>
            <a:fillRect/>
          </a:stretch>
        </p:blipFill>
        <p:spPr>
          <a:xfrm>
            <a:off x="207150" y="1934249"/>
            <a:ext cx="2638575" cy="1387400"/>
          </a:xfrm>
          <a:prstGeom prst="rect">
            <a:avLst/>
          </a:prstGeom>
          <a:noFill/>
          <a:ln>
            <a:noFill/>
          </a:ln>
        </p:spPr>
      </p:pic>
      <p:pic>
        <p:nvPicPr>
          <p:cNvPr id="543" name="Google Shape;543;p44"/>
          <p:cNvPicPr preferRelativeResize="0"/>
          <p:nvPr/>
        </p:nvPicPr>
        <p:blipFill rotWithShape="1">
          <a:blip r:embed="rId4">
            <a:alphaModFix/>
          </a:blip>
          <a:srcRect b="0" l="20127" r="19554" t="0"/>
          <a:stretch/>
        </p:blipFill>
        <p:spPr>
          <a:xfrm>
            <a:off x="3682813" y="1605838"/>
            <a:ext cx="2085676" cy="1945076"/>
          </a:xfrm>
          <a:prstGeom prst="rect">
            <a:avLst/>
          </a:prstGeom>
          <a:noFill/>
          <a:ln>
            <a:noFill/>
          </a:ln>
        </p:spPr>
      </p:pic>
      <p:pic>
        <p:nvPicPr>
          <p:cNvPr id="544" name="Google Shape;544;p44"/>
          <p:cNvPicPr preferRelativeResize="0"/>
          <p:nvPr/>
        </p:nvPicPr>
        <p:blipFill>
          <a:blip r:embed="rId5">
            <a:alphaModFix/>
          </a:blip>
          <a:stretch>
            <a:fillRect/>
          </a:stretch>
        </p:blipFill>
        <p:spPr>
          <a:xfrm>
            <a:off x="6221700" y="1727807"/>
            <a:ext cx="2701076" cy="18002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5"/>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In this video, we delve into the fascinating world of AI in early childhood education and its impact on the future of learning. Join us as we explore the transformative role of Artificial Intelligence in shaping educational experiences for young learners. From personalized learning to interactive tools, discover how AI is revolutionizing the way children learn and grow. Don't miss out on this exciting discussion that will inspire educators, parents, and anyone interested in the intersection of technology and education. Remember to like and share this video with others who are passionate about innovative learning solutions! Let's spark a conversation on the future of education and AI together. #AIinEducation #EarlyChildhoodEducation #FutureofLearning&#10;&#10;OUTLINE: &#10;&#10;00:00:00 Introduction&#10;00:00:18 Personalized Learning Experiences&#10;00:00:52 Interactive Learning Tools&#10;00:01:31 Language Development Support&#10;00:02:05 Social and Emotional Learning&#10;00:02:42 Conclusion and Call to Action" id="550" name="Google Shape;550;p45" title="The Role of AI in Early Childhood Education - Building a Foundation for Lifelong Learning">
            <a:hlinkClick r:id="rId3"/>
          </p:cNvPr>
          <p:cNvPicPr preferRelativeResize="0"/>
          <p:nvPr/>
        </p:nvPicPr>
        <p:blipFill>
          <a:blip r:embed="rId4">
            <a:alphaModFix/>
          </a:blip>
          <a:stretch>
            <a:fillRect/>
          </a:stretch>
        </p:blipFill>
        <p:spPr>
          <a:xfrm>
            <a:off x="810325" y="219300"/>
            <a:ext cx="7698050" cy="4330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6"/>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6" name="Google Shape;556;p46"/>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57" name="Google Shape;557;p46"/>
          <p:cNvSpPr txBox="1"/>
          <p:nvPr>
            <p:ph type="title"/>
          </p:nvPr>
        </p:nvSpPr>
        <p:spPr>
          <a:xfrm>
            <a:off x="146450" y="186951"/>
            <a:ext cx="5350500" cy="20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5000"/>
              <a:t>AI literacy in Early Childhood Education</a:t>
            </a:r>
            <a:endParaRPr sz="5000"/>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None/>
            </a:pPr>
            <a:r>
              <a:t/>
            </a:r>
            <a:endParaRPr/>
          </a:p>
        </p:txBody>
      </p:sp>
      <p:sp>
        <p:nvSpPr>
          <p:cNvPr id="558" name="Google Shape;558;p46"/>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Improves many aspects of child development like theory of mind, creative inquiry, emotional inquiry, and collaborative inquiry</a:t>
            </a:r>
            <a:endParaRPr sz="1300"/>
          </a:p>
          <a:p>
            <a:pPr indent="-311150" lvl="0" marL="457200" rtl="0" algn="l">
              <a:spcBef>
                <a:spcPts val="0"/>
              </a:spcBef>
              <a:spcAft>
                <a:spcPts val="0"/>
              </a:spcAft>
              <a:buSzPts val="1300"/>
              <a:buChar char="●"/>
            </a:pPr>
            <a:r>
              <a:rPr lang="en" sz="1300"/>
              <a:t> It </a:t>
            </a:r>
            <a:r>
              <a:rPr lang="en" sz="1300">
                <a:solidFill>
                  <a:srgbClr val="1F1F1F"/>
                </a:solidFill>
              </a:rPr>
              <a:t>has become an essential literacy skill that is required for everyone</a:t>
            </a:r>
            <a:endParaRPr sz="1300">
              <a:solidFill>
                <a:srgbClr val="1F1F1F"/>
              </a:solidFill>
            </a:endParaRPr>
          </a:p>
          <a:p>
            <a:pPr indent="-311150" lvl="0" marL="457200" rtl="0" algn="l">
              <a:spcBef>
                <a:spcPts val="0"/>
              </a:spcBef>
              <a:spcAft>
                <a:spcPts val="0"/>
              </a:spcAft>
              <a:buClr>
                <a:srgbClr val="1F1F1F"/>
              </a:buClr>
              <a:buSzPts val="1300"/>
              <a:buChar char="●"/>
            </a:pPr>
            <a:r>
              <a:rPr lang="en" sz="1300">
                <a:solidFill>
                  <a:srgbClr val="1F1F1F"/>
                </a:solidFill>
              </a:rPr>
              <a:t>knowing and understand the basic use of AI and using AI applications is important for all citizens to become AI literates in today's digital world</a:t>
            </a:r>
            <a:endParaRPr sz="1300">
              <a:solidFill>
                <a:srgbClr val="1F1F1F"/>
              </a:solidFill>
            </a:endParaRPr>
          </a:p>
          <a:p>
            <a:pPr indent="-311150" lvl="0" marL="457200" rtl="0" algn="l">
              <a:spcBef>
                <a:spcPts val="0"/>
              </a:spcBef>
              <a:spcAft>
                <a:spcPts val="0"/>
              </a:spcAft>
              <a:buClr>
                <a:srgbClr val="1F1F1F"/>
              </a:buClr>
              <a:buSzPts val="1300"/>
              <a:buChar char="●"/>
            </a:pPr>
            <a:r>
              <a:rPr lang="en" sz="1300">
                <a:solidFill>
                  <a:srgbClr val="1F1F1F"/>
                </a:solidFill>
              </a:rPr>
              <a:t>Children needs to understand the the use of AI with powerful. </a:t>
            </a:r>
            <a:endParaRPr sz="1300">
              <a:solidFill>
                <a:srgbClr val="1F1F1F"/>
              </a:solidFill>
            </a:endParaRPr>
          </a:p>
          <a:p>
            <a:pPr indent="-311150" lvl="0" marL="457200" rtl="0" algn="l">
              <a:spcBef>
                <a:spcPts val="0"/>
              </a:spcBef>
              <a:spcAft>
                <a:spcPts val="0"/>
              </a:spcAft>
              <a:buClr>
                <a:srgbClr val="1F1F1F"/>
              </a:buClr>
              <a:buSzPts val="1300"/>
              <a:buChar char="●"/>
            </a:pPr>
            <a:r>
              <a:rPr lang="en" sz="1300">
                <a:solidFill>
                  <a:srgbClr val="1F1F1F"/>
                </a:solidFill>
              </a:rPr>
              <a:t>It should teach children to understand the </a:t>
            </a:r>
            <a:r>
              <a:rPr lang="en" sz="1300">
                <a:solidFill>
                  <a:srgbClr val="1F1F1F"/>
                </a:solidFill>
              </a:rPr>
              <a:t>basic</a:t>
            </a:r>
            <a:r>
              <a:rPr lang="en" sz="1300">
                <a:solidFill>
                  <a:srgbClr val="1F1F1F"/>
                </a:solidFill>
              </a:rPr>
              <a:t> functions of AI in their everyday lives</a:t>
            </a:r>
            <a:endParaRPr sz="1300">
              <a:solidFill>
                <a:srgbClr val="1F1F1F"/>
              </a:solidFill>
            </a:endParaRPr>
          </a:p>
          <a:p>
            <a:pPr indent="-311150" lvl="1" marL="914400" rtl="0" algn="l">
              <a:spcBef>
                <a:spcPts val="0"/>
              </a:spcBef>
              <a:spcAft>
                <a:spcPts val="0"/>
              </a:spcAft>
              <a:buClr>
                <a:srgbClr val="1F1F1F"/>
              </a:buClr>
              <a:buSzPts val="1300"/>
              <a:buChar char="○"/>
            </a:pPr>
            <a:r>
              <a:rPr lang="en" sz="1300">
                <a:solidFill>
                  <a:srgbClr val="1F1F1F"/>
                </a:solidFill>
              </a:rPr>
              <a:t>Tools were introduced such as Popbots and Zhorai. </a:t>
            </a:r>
            <a:endParaRPr sz="1300">
              <a:solidFill>
                <a:srgbClr val="1F1F1F"/>
              </a:solidFill>
            </a:endParaRPr>
          </a:p>
        </p:txBody>
      </p:sp>
      <p:sp>
        <p:nvSpPr>
          <p:cNvPr id="559" name="Google Shape;559;p46"/>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7"/>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4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66" name="Google Shape;566;p47"/>
          <p:cNvSpPr txBox="1"/>
          <p:nvPr>
            <p:ph type="title"/>
          </p:nvPr>
        </p:nvSpPr>
        <p:spPr>
          <a:xfrm>
            <a:off x="146450" y="186951"/>
            <a:ext cx="5350500" cy="20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5000"/>
              <a:t>AI literacy in Early Childhood Education challenges</a:t>
            </a:r>
            <a:endParaRPr sz="5000"/>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None/>
            </a:pPr>
            <a:r>
              <a:t/>
            </a:r>
            <a:endParaRPr/>
          </a:p>
        </p:txBody>
      </p:sp>
      <p:sp>
        <p:nvSpPr>
          <p:cNvPr id="567" name="Google Shape;567;p47"/>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Challenges</a:t>
            </a:r>
            <a:r>
              <a:rPr lang="en" sz="1900"/>
              <a:t> they might face: </a:t>
            </a:r>
            <a:endParaRPr sz="1900"/>
          </a:p>
          <a:p>
            <a:pPr indent="-349250" lvl="1" marL="914400" rtl="0" algn="l">
              <a:spcBef>
                <a:spcPts val="0"/>
              </a:spcBef>
              <a:spcAft>
                <a:spcPts val="0"/>
              </a:spcAft>
              <a:buSzPts val="1900"/>
              <a:buChar char="○"/>
            </a:pPr>
            <a:r>
              <a:rPr lang="en" sz="1900"/>
              <a:t>Lack of teacher’s knowledge of AI Literacy </a:t>
            </a:r>
            <a:endParaRPr sz="1900"/>
          </a:p>
          <a:p>
            <a:pPr indent="-349250" lvl="1" marL="914400" rtl="0" algn="l">
              <a:spcBef>
                <a:spcPts val="0"/>
              </a:spcBef>
              <a:spcAft>
                <a:spcPts val="0"/>
              </a:spcAft>
              <a:buSzPts val="1900"/>
              <a:buChar char="○"/>
            </a:pPr>
            <a:r>
              <a:rPr lang="en" sz="1900"/>
              <a:t>Lack of </a:t>
            </a:r>
            <a:r>
              <a:rPr lang="en" sz="1900"/>
              <a:t>curriculum</a:t>
            </a:r>
            <a:r>
              <a:rPr lang="en" sz="1900"/>
              <a:t> design and teaching guidelines </a:t>
            </a:r>
            <a:endParaRPr sz="1900"/>
          </a:p>
          <a:p>
            <a:pPr indent="-349250" lvl="1" marL="914400" rtl="0" algn="l">
              <a:spcBef>
                <a:spcPts val="0"/>
              </a:spcBef>
              <a:spcAft>
                <a:spcPts val="0"/>
              </a:spcAft>
              <a:buSzPts val="1900"/>
              <a:buChar char="○"/>
            </a:pPr>
            <a:r>
              <a:rPr lang="en" sz="1900"/>
              <a:t>Quality of content </a:t>
            </a:r>
            <a:endParaRPr sz="1900"/>
          </a:p>
          <a:p>
            <a:pPr indent="-349250" lvl="1" marL="914400" rtl="0" algn="l">
              <a:spcBef>
                <a:spcPts val="0"/>
              </a:spcBef>
              <a:spcAft>
                <a:spcPts val="0"/>
              </a:spcAft>
              <a:buSzPts val="1900"/>
              <a:buChar char="○"/>
            </a:pPr>
            <a:r>
              <a:rPr lang="en" sz="1900"/>
              <a:t>Undermining human connections</a:t>
            </a:r>
            <a:endParaRPr sz="1900"/>
          </a:p>
          <a:p>
            <a:pPr indent="-349250" lvl="1" marL="914400" rtl="0" algn="l">
              <a:spcBef>
                <a:spcPts val="0"/>
              </a:spcBef>
              <a:spcAft>
                <a:spcPts val="0"/>
              </a:spcAft>
              <a:buSzPts val="1900"/>
              <a:buChar char="○"/>
            </a:pPr>
            <a:r>
              <a:rPr lang="en" sz="1900"/>
              <a:t>Lack of support and resources</a:t>
            </a:r>
            <a:r>
              <a:rPr lang="en" sz="1900"/>
              <a:t> </a:t>
            </a:r>
            <a:endParaRPr sz="1900"/>
          </a:p>
        </p:txBody>
      </p:sp>
      <p:sp>
        <p:nvSpPr>
          <p:cNvPr id="568" name="Google Shape;568;p47"/>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8"/>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4" name="Google Shape;574;p48"/>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75" name="Google Shape;575;p48"/>
          <p:cNvSpPr txBox="1"/>
          <p:nvPr>
            <p:ph type="title"/>
          </p:nvPr>
        </p:nvSpPr>
        <p:spPr>
          <a:xfrm>
            <a:off x="146450" y="186951"/>
            <a:ext cx="5350500" cy="20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5000"/>
              <a:t>Supportive teacher’s administration</a:t>
            </a:r>
            <a:endParaRPr sz="5000"/>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None/>
            </a:pPr>
            <a:r>
              <a:t/>
            </a:r>
            <a:endParaRPr/>
          </a:p>
        </p:txBody>
      </p:sp>
      <p:sp>
        <p:nvSpPr>
          <p:cNvPr id="576" name="Google Shape;576;p48"/>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AI helps </a:t>
            </a:r>
            <a:r>
              <a:rPr lang="en" sz="1400"/>
              <a:t>can manage their workload.</a:t>
            </a:r>
            <a:endParaRPr sz="1400"/>
          </a:p>
          <a:p>
            <a:pPr indent="-317500" lvl="0" marL="457200" rtl="0" algn="l">
              <a:spcBef>
                <a:spcPts val="0"/>
              </a:spcBef>
              <a:spcAft>
                <a:spcPts val="0"/>
              </a:spcAft>
              <a:buSzPts val="1400"/>
              <a:buChar char="●"/>
            </a:pPr>
            <a:r>
              <a:rPr lang="en" sz="1400"/>
              <a:t>Teachers were burned out before AI existed. </a:t>
            </a:r>
            <a:endParaRPr sz="1400"/>
          </a:p>
          <a:p>
            <a:pPr indent="-317500" lvl="0" marL="457200" rtl="0" algn="l">
              <a:lnSpc>
                <a:spcPct val="150000"/>
              </a:lnSpc>
              <a:spcBef>
                <a:spcPts val="0"/>
              </a:spcBef>
              <a:spcAft>
                <a:spcPts val="0"/>
              </a:spcAft>
              <a:buSzPts val="1400"/>
              <a:buChar char="●"/>
            </a:pPr>
            <a:r>
              <a:rPr lang="en" sz="1400"/>
              <a:t>Almost half (49%) of educators note that these administrative tasks are a leading cause of stress</a:t>
            </a:r>
            <a:endParaRPr sz="1400"/>
          </a:p>
          <a:p>
            <a:pPr indent="-317500" lvl="0" marL="457200" rtl="0" algn="l">
              <a:lnSpc>
                <a:spcPct val="150000"/>
              </a:lnSpc>
              <a:spcBef>
                <a:spcPts val="0"/>
              </a:spcBef>
              <a:spcAft>
                <a:spcPts val="0"/>
              </a:spcAft>
              <a:buSzPts val="1400"/>
              <a:buChar char="●"/>
            </a:pPr>
            <a:r>
              <a:rPr lang="en" sz="1400"/>
              <a:t>Learning Intelligence Technology: can create many programs, </a:t>
            </a:r>
            <a:r>
              <a:rPr lang="en" sz="1400"/>
              <a:t>such creating</a:t>
            </a:r>
            <a:r>
              <a:rPr lang="en" sz="1400"/>
              <a:t> a curriculum, and can be reduce on workload.</a:t>
            </a:r>
            <a:endParaRPr sz="1400"/>
          </a:p>
          <a:p>
            <a:pPr indent="-317500" lvl="0" marL="457200" rtl="0" algn="l">
              <a:lnSpc>
                <a:spcPct val="150000"/>
              </a:lnSpc>
              <a:spcBef>
                <a:spcPts val="0"/>
              </a:spcBef>
              <a:spcAft>
                <a:spcPts val="0"/>
              </a:spcAft>
              <a:buSzPts val="1400"/>
              <a:buChar char="●"/>
            </a:pPr>
            <a:r>
              <a:rPr lang="en" sz="1400"/>
              <a:t>Improving communication between families and educators</a:t>
            </a:r>
            <a:endParaRPr sz="1400"/>
          </a:p>
        </p:txBody>
      </p:sp>
      <p:sp>
        <p:nvSpPr>
          <p:cNvPr id="577" name="Google Shape;577;p48"/>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9"/>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3" name="Google Shape;583;p49"/>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84" name="Google Shape;584;p49"/>
          <p:cNvSpPr txBox="1"/>
          <p:nvPr>
            <p:ph type="title"/>
          </p:nvPr>
        </p:nvSpPr>
        <p:spPr>
          <a:xfrm>
            <a:off x="146450" y="186951"/>
            <a:ext cx="5350500" cy="20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5000"/>
              <a:t>AI can teach modern skills for their future</a:t>
            </a:r>
            <a:endParaRPr sz="5000"/>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None/>
            </a:pPr>
            <a:r>
              <a:t/>
            </a:r>
            <a:endParaRPr/>
          </a:p>
        </p:txBody>
      </p:sp>
      <p:sp>
        <p:nvSpPr>
          <p:cNvPr id="585" name="Google Shape;585;p49"/>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600"/>
              </a:spcBef>
              <a:spcAft>
                <a:spcPts val="0"/>
              </a:spcAft>
              <a:buSzPts val="1900"/>
              <a:buFont typeface="DM Sans Medium"/>
              <a:buChar char="●"/>
            </a:pPr>
            <a:r>
              <a:rPr lang="en" sz="1700">
                <a:latin typeface="DM Sans Medium"/>
                <a:ea typeface="DM Sans Medium"/>
                <a:cs typeface="DM Sans Medium"/>
                <a:sym typeface="DM Sans Medium"/>
              </a:rPr>
              <a:t> Students can learn how to be confident in their education</a:t>
            </a:r>
            <a:endParaRPr sz="1700">
              <a:latin typeface="DM Sans Medium"/>
              <a:ea typeface="DM Sans Medium"/>
              <a:cs typeface="DM Sans Medium"/>
              <a:sym typeface="DM Sans Medium"/>
            </a:endParaRPr>
          </a:p>
          <a:p>
            <a:pPr indent="-336550" lvl="1" marL="914400" rtl="0" algn="l">
              <a:lnSpc>
                <a:spcPct val="150000"/>
              </a:lnSpc>
              <a:spcBef>
                <a:spcPts val="0"/>
              </a:spcBef>
              <a:spcAft>
                <a:spcPts val="0"/>
              </a:spcAft>
              <a:buSzPts val="1700"/>
              <a:buFont typeface="DM Sans Medium"/>
              <a:buChar char="○"/>
            </a:pPr>
            <a:r>
              <a:rPr lang="en" sz="1700">
                <a:latin typeface="DM Sans Medium"/>
                <a:ea typeface="DM Sans Medium"/>
                <a:cs typeface="DM Sans Medium"/>
                <a:sym typeface="DM Sans Medium"/>
              </a:rPr>
              <a:t>STEM and fieldwork</a:t>
            </a:r>
            <a:endParaRPr sz="1700">
              <a:latin typeface="DM Sans Medium"/>
              <a:ea typeface="DM Sans Medium"/>
              <a:cs typeface="DM Sans Medium"/>
              <a:sym typeface="DM Sans Medium"/>
            </a:endParaRPr>
          </a:p>
          <a:p>
            <a:pPr indent="-336550" lvl="0" marL="457200" rtl="0" algn="l">
              <a:lnSpc>
                <a:spcPct val="150000"/>
              </a:lnSpc>
              <a:spcBef>
                <a:spcPts val="0"/>
              </a:spcBef>
              <a:spcAft>
                <a:spcPts val="0"/>
              </a:spcAft>
              <a:buSzPts val="1700"/>
              <a:buFont typeface="DM Sans Medium"/>
              <a:buChar char="●"/>
            </a:pPr>
            <a:r>
              <a:rPr lang="en" sz="1700">
                <a:latin typeface="DM Sans Medium"/>
                <a:ea typeface="DM Sans Medium"/>
                <a:cs typeface="DM Sans Medium"/>
                <a:sym typeface="DM Sans Medium"/>
              </a:rPr>
              <a:t>Bright future leaders who can teach AI modern education to others</a:t>
            </a:r>
            <a:endParaRPr sz="1700">
              <a:latin typeface="DM Sans Medium"/>
              <a:ea typeface="DM Sans Medium"/>
              <a:cs typeface="DM Sans Medium"/>
              <a:sym typeface="DM Sans Medium"/>
            </a:endParaRPr>
          </a:p>
          <a:p>
            <a:pPr indent="-336550" lvl="0" marL="457200" rtl="0" algn="l">
              <a:lnSpc>
                <a:spcPct val="150000"/>
              </a:lnSpc>
              <a:spcBef>
                <a:spcPts val="0"/>
              </a:spcBef>
              <a:spcAft>
                <a:spcPts val="0"/>
              </a:spcAft>
              <a:buSzPts val="1700"/>
              <a:buFont typeface="DM Sans Medium"/>
              <a:buChar char="●"/>
            </a:pPr>
            <a:r>
              <a:rPr lang="en" sz="1700">
                <a:latin typeface="DM Sans Medium"/>
                <a:ea typeface="DM Sans Medium"/>
                <a:cs typeface="DM Sans Medium"/>
                <a:sym typeface="DM Sans Medium"/>
              </a:rPr>
              <a:t>Strengthen their knowledge of modern technology in this new era. </a:t>
            </a:r>
            <a:endParaRPr sz="1700">
              <a:latin typeface="DM Sans Medium"/>
              <a:ea typeface="DM Sans Medium"/>
              <a:cs typeface="DM Sans Medium"/>
              <a:sym typeface="DM Sans Medium"/>
            </a:endParaRPr>
          </a:p>
          <a:p>
            <a:pPr indent="0" lvl="0" marL="457200" rtl="0" algn="l">
              <a:lnSpc>
                <a:spcPct val="150000"/>
              </a:lnSpc>
              <a:spcBef>
                <a:spcPts val="600"/>
              </a:spcBef>
              <a:spcAft>
                <a:spcPts val="600"/>
              </a:spcAft>
              <a:buNone/>
            </a:pPr>
            <a:r>
              <a:t/>
            </a:r>
            <a:endParaRPr>
              <a:latin typeface="Times New Roman"/>
              <a:ea typeface="Times New Roman"/>
              <a:cs typeface="Times New Roman"/>
              <a:sym typeface="Times New Roman"/>
            </a:endParaRPr>
          </a:p>
        </p:txBody>
      </p:sp>
      <p:sp>
        <p:nvSpPr>
          <p:cNvPr id="586" name="Google Shape;586;p49"/>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0"/>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50"/>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Date</a:t>
            </a:r>
            <a:endParaRPr/>
          </a:p>
        </p:txBody>
      </p:sp>
      <p:sp>
        <p:nvSpPr>
          <p:cNvPr id="593" name="Google Shape;593;p50"/>
          <p:cNvSpPr txBox="1"/>
          <p:nvPr>
            <p:ph type="title"/>
          </p:nvPr>
        </p:nvSpPr>
        <p:spPr>
          <a:xfrm>
            <a:off x="146450" y="186949"/>
            <a:ext cx="4506900" cy="7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Recap</a:t>
            </a:r>
            <a:endParaRPr/>
          </a:p>
        </p:txBody>
      </p:sp>
      <p:sp>
        <p:nvSpPr>
          <p:cNvPr id="594" name="Google Shape;594;p50"/>
          <p:cNvSpPr txBox="1"/>
          <p:nvPr>
            <p:ph idx="4" type="subTitle"/>
          </p:nvPr>
        </p:nvSpPr>
        <p:spPr>
          <a:xfrm>
            <a:off x="144650" y="1182425"/>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The benefits and challenges of AI</a:t>
            </a:r>
            <a:endParaRPr/>
          </a:p>
        </p:txBody>
      </p:sp>
      <p:sp>
        <p:nvSpPr>
          <p:cNvPr id="595" name="Google Shape;595;p50"/>
          <p:cNvSpPr txBox="1"/>
          <p:nvPr>
            <p:ph idx="5" type="body"/>
          </p:nvPr>
        </p:nvSpPr>
        <p:spPr>
          <a:xfrm>
            <a:off x="146450" y="2870458"/>
            <a:ext cx="3420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AI literacy improves’ children’s knowledge while challenges face of lack of resources and help</a:t>
            </a:r>
            <a:endParaRPr/>
          </a:p>
        </p:txBody>
      </p:sp>
      <p:sp>
        <p:nvSpPr>
          <p:cNvPr id="596" name="Google Shape;596;p50"/>
          <p:cNvSpPr txBox="1"/>
          <p:nvPr>
            <p:ph idx="6" type="subTitle"/>
          </p:nvPr>
        </p:nvSpPr>
        <p:spPr>
          <a:xfrm>
            <a:off x="155625" y="2441016"/>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AI literacy </a:t>
            </a:r>
            <a:endParaRPr/>
          </a:p>
        </p:txBody>
      </p:sp>
      <p:sp>
        <p:nvSpPr>
          <p:cNvPr id="597" name="Google Shape;597;p50"/>
          <p:cNvSpPr txBox="1"/>
          <p:nvPr>
            <p:ph idx="7" type="body"/>
          </p:nvPr>
        </p:nvSpPr>
        <p:spPr>
          <a:xfrm>
            <a:off x="3879327" y="1713050"/>
            <a:ext cx="44457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Create unique curriculum based on children’s request weather through games, oral, or watching videos </a:t>
            </a:r>
            <a:endParaRPr/>
          </a:p>
        </p:txBody>
      </p:sp>
      <p:sp>
        <p:nvSpPr>
          <p:cNvPr id="598" name="Google Shape;598;p50"/>
          <p:cNvSpPr txBox="1"/>
          <p:nvPr>
            <p:ph idx="8" type="subTitle"/>
          </p:nvPr>
        </p:nvSpPr>
        <p:spPr>
          <a:xfrm>
            <a:off x="3879326" y="1182425"/>
            <a:ext cx="39243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Personalized learning experiences</a:t>
            </a:r>
            <a:endParaRPr/>
          </a:p>
        </p:txBody>
      </p:sp>
      <p:sp>
        <p:nvSpPr>
          <p:cNvPr id="599" name="Google Shape;599;p50"/>
          <p:cNvSpPr txBox="1"/>
          <p:nvPr>
            <p:ph idx="9" type="body"/>
          </p:nvPr>
        </p:nvSpPr>
        <p:spPr>
          <a:xfrm>
            <a:off x="3941195" y="2870458"/>
            <a:ext cx="3420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Reduce </a:t>
            </a:r>
            <a:r>
              <a:rPr lang="en"/>
              <a:t>teacher</a:t>
            </a:r>
            <a:r>
              <a:rPr lang="en"/>
              <a:t> stress of workload, and create </a:t>
            </a:r>
            <a:r>
              <a:rPr lang="en"/>
              <a:t>curriculum</a:t>
            </a:r>
            <a:r>
              <a:rPr lang="en"/>
              <a:t> for the classroom</a:t>
            </a:r>
            <a:endParaRPr/>
          </a:p>
        </p:txBody>
      </p:sp>
      <p:sp>
        <p:nvSpPr>
          <p:cNvPr id="600" name="Google Shape;600;p50"/>
          <p:cNvSpPr txBox="1"/>
          <p:nvPr>
            <p:ph idx="13" type="subTitle"/>
          </p:nvPr>
        </p:nvSpPr>
        <p:spPr>
          <a:xfrm>
            <a:off x="3879326" y="2448650"/>
            <a:ext cx="39243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Supportive teacher’s administration</a:t>
            </a:r>
            <a:endParaRPr/>
          </a:p>
        </p:txBody>
      </p:sp>
      <p:sp>
        <p:nvSpPr>
          <p:cNvPr id="601" name="Google Shape;601;p50"/>
          <p:cNvSpPr/>
          <p:nvPr/>
        </p:nvSpPr>
        <p:spPr>
          <a:xfrm rot="2256736">
            <a:off x="6874094" y="474334"/>
            <a:ext cx="263962" cy="263962"/>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2" name="Google Shape;602;p50"/>
          <p:cNvSpPr/>
          <p:nvPr/>
        </p:nvSpPr>
        <p:spPr>
          <a:xfrm>
            <a:off x="7147097" y="964029"/>
            <a:ext cx="178500" cy="17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3" name="Google Shape;603;p50"/>
          <p:cNvSpPr/>
          <p:nvPr/>
        </p:nvSpPr>
        <p:spPr>
          <a:xfrm>
            <a:off x="8680617" y="688155"/>
            <a:ext cx="178500" cy="178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4" name="Google Shape;604;p50"/>
          <p:cNvSpPr/>
          <p:nvPr/>
        </p:nvSpPr>
        <p:spPr>
          <a:xfrm rot="-238458">
            <a:off x="8637863" y="1406396"/>
            <a:ext cx="264035" cy="264035"/>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605" name="Google Shape;605;p50"/>
          <p:cNvGrpSpPr/>
          <p:nvPr/>
        </p:nvGrpSpPr>
        <p:grpSpPr>
          <a:xfrm rot="1199926">
            <a:off x="7463185" y="411307"/>
            <a:ext cx="967500" cy="1331646"/>
            <a:chOff x="5467965" y="599366"/>
            <a:chExt cx="967500" cy="1331646"/>
          </a:xfrm>
        </p:grpSpPr>
        <p:sp>
          <p:nvSpPr>
            <p:cNvPr id="606" name="Google Shape;606;p50"/>
            <p:cNvSpPr/>
            <p:nvPr/>
          </p:nvSpPr>
          <p:spPr>
            <a:xfrm>
              <a:off x="5467965" y="724412"/>
              <a:ext cx="967500" cy="120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7" name="Google Shape;607;p50"/>
            <p:cNvSpPr/>
            <p:nvPr/>
          </p:nvSpPr>
          <p:spPr>
            <a:xfrm rot="3677">
              <a:off x="5671215" y="599666"/>
              <a:ext cx="561000" cy="173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608" name="Google Shape;608;p50"/>
            <p:cNvGrpSpPr/>
            <p:nvPr/>
          </p:nvGrpSpPr>
          <p:grpSpPr>
            <a:xfrm>
              <a:off x="5572786" y="894839"/>
              <a:ext cx="757859" cy="865745"/>
              <a:chOff x="5556250" y="851150"/>
              <a:chExt cx="757859" cy="865745"/>
            </a:xfrm>
          </p:grpSpPr>
          <p:cxnSp>
            <p:nvCxnSpPr>
              <p:cNvPr id="609" name="Google Shape;609;p50"/>
              <p:cNvCxnSpPr/>
              <p:nvPr/>
            </p:nvCxnSpPr>
            <p:spPr>
              <a:xfrm rot="-29499">
                <a:off x="5786080" y="1211141"/>
                <a:ext cx="524419" cy="0"/>
              </a:xfrm>
              <a:prstGeom prst="straightConnector1">
                <a:avLst/>
              </a:prstGeom>
              <a:noFill/>
              <a:ln cap="flat" cmpd="sng" w="19050">
                <a:solidFill>
                  <a:schemeClr val="dk1"/>
                </a:solidFill>
                <a:prstDash val="solid"/>
                <a:round/>
                <a:headEnd len="med" w="med" type="none"/>
                <a:tailEnd len="med" w="med" type="none"/>
              </a:ln>
            </p:spPr>
          </p:cxnSp>
          <p:cxnSp>
            <p:nvCxnSpPr>
              <p:cNvPr id="610" name="Google Shape;610;p50"/>
              <p:cNvCxnSpPr/>
              <p:nvPr/>
            </p:nvCxnSpPr>
            <p:spPr>
              <a:xfrm rot="-29499">
                <a:off x="5787867" y="1438320"/>
                <a:ext cx="524419" cy="0"/>
              </a:xfrm>
              <a:prstGeom prst="straightConnector1">
                <a:avLst/>
              </a:prstGeom>
              <a:noFill/>
              <a:ln cap="flat" cmpd="sng" w="19050">
                <a:solidFill>
                  <a:schemeClr val="dk1"/>
                </a:solidFill>
                <a:prstDash val="solid"/>
                <a:round/>
                <a:headEnd len="med" w="med" type="none"/>
                <a:tailEnd len="med" w="med" type="none"/>
              </a:ln>
            </p:spPr>
          </p:cxnSp>
          <p:cxnSp>
            <p:nvCxnSpPr>
              <p:cNvPr id="611" name="Google Shape;611;p50"/>
              <p:cNvCxnSpPr/>
              <p:nvPr/>
            </p:nvCxnSpPr>
            <p:spPr>
              <a:xfrm rot="-29499">
                <a:off x="5789699" y="1665500"/>
                <a:ext cx="524419" cy="0"/>
              </a:xfrm>
              <a:prstGeom prst="straightConnector1">
                <a:avLst/>
              </a:prstGeom>
              <a:noFill/>
              <a:ln cap="flat" cmpd="sng" w="19050">
                <a:solidFill>
                  <a:schemeClr val="dk1"/>
                </a:solidFill>
                <a:prstDash val="solid"/>
                <a:round/>
                <a:headEnd len="med" w="med" type="none"/>
                <a:tailEnd len="med" w="med" type="none"/>
              </a:ln>
            </p:spPr>
          </p:cxnSp>
          <p:sp>
            <p:nvSpPr>
              <p:cNvPr id="612" name="Google Shape;612;p50"/>
              <p:cNvSpPr/>
              <p:nvPr/>
            </p:nvSpPr>
            <p:spPr>
              <a:xfrm rot="-20163">
                <a:off x="5584255" y="1159935"/>
                <a:ext cx="102302" cy="102302"/>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3" name="Google Shape;613;p50"/>
              <p:cNvSpPr/>
              <p:nvPr/>
            </p:nvSpPr>
            <p:spPr>
              <a:xfrm rot="-20163">
                <a:off x="5586071" y="1387114"/>
                <a:ext cx="102302" cy="102302"/>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4" name="Google Shape;614;p50"/>
              <p:cNvSpPr/>
              <p:nvPr/>
            </p:nvSpPr>
            <p:spPr>
              <a:xfrm rot="-20163">
                <a:off x="5587887" y="1614294"/>
                <a:ext cx="102302" cy="102302"/>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5" name="Google Shape;615;p50"/>
              <p:cNvSpPr/>
              <p:nvPr/>
            </p:nvSpPr>
            <p:spPr>
              <a:xfrm>
                <a:off x="5556250" y="851150"/>
                <a:ext cx="189275" cy="183175"/>
              </a:xfrm>
              <a:custGeom>
                <a:rect b="b" l="l" r="r" t="t"/>
                <a:pathLst>
                  <a:path extrusionOk="0" h="7327" w="7571">
                    <a:moveTo>
                      <a:pt x="0" y="3789"/>
                    </a:moveTo>
                    <a:lnTo>
                      <a:pt x="3245" y="7327"/>
                    </a:lnTo>
                    <a:lnTo>
                      <a:pt x="7571" y="0"/>
                    </a:lnTo>
                  </a:path>
                </a:pathLst>
              </a:custGeom>
              <a:noFill/>
              <a:ln cap="flat" cmpd="sng" w="19050">
                <a:solidFill>
                  <a:schemeClr val="dk1"/>
                </a:solidFill>
                <a:prstDash val="solid"/>
                <a:round/>
                <a:headEnd len="med" w="med" type="none"/>
                <a:tailEnd len="med" w="med" type="none"/>
              </a:ln>
            </p:spPr>
          </p:sp>
          <p:cxnSp>
            <p:nvCxnSpPr>
              <p:cNvPr id="616" name="Google Shape;616;p50"/>
              <p:cNvCxnSpPr/>
              <p:nvPr/>
            </p:nvCxnSpPr>
            <p:spPr>
              <a:xfrm rot="-29499">
                <a:off x="5786080" y="983941"/>
                <a:ext cx="524419" cy="0"/>
              </a:xfrm>
              <a:prstGeom prst="straightConnector1">
                <a:avLst/>
              </a:prstGeom>
              <a:noFill/>
              <a:ln cap="flat" cmpd="sng" w="19050">
                <a:solidFill>
                  <a:schemeClr val="dk1"/>
                </a:solidFill>
                <a:prstDash val="solid"/>
                <a:round/>
                <a:headEnd len="med" w="med" type="none"/>
                <a:tailEnd len="med" w="med" type="none"/>
              </a:ln>
            </p:spPr>
          </p:cxnSp>
        </p:grpSp>
      </p:grpSp>
      <p:sp>
        <p:nvSpPr>
          <p:cNvPr id="617" name="Google Shape;617;p50"/>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School Name</a:t>
            </a:r>
            <a:endParaRPr/>
          </a:p>
        </p:txBody>
      </p:sp>
      <p:sp>
        <p:nvSpPr>
          <p:cNvPr id="618" name="Google Shape;618;p50"/>
          <p:cNvSpPr txBox="1"/>
          <p:nvPr>
            <p:ph idx="7" type="body"/>
          </p:nvPr>
        </p:nvSpPr>
        <p:spPr>
          <a:xfrm>
            <a:off x="144650" y="1679275"/>
            <a:ext cx="36297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Helps children and teacher’s learning and their classrooms while misinform their privacy. </a:t>
            </a:r>
            <a:endParaRPr/>
          </a:p>
        </p:txBody>
      </p:sp>
      <p:sp>
        <p:nvSpPr>
          <p:cNvPr id="619" name="Google Shape;619;p50"/>
          <p:cNvSpPr txBox="1"/>
          <p:nvPr>
            <p:ph idx="7" type="body"/>
          </p:nvPr>
        </p:nvSpPr>
        <p:spPr>
          <a:xfrm>
            <a:off x="2472625" y="4061625"/>
            <a:ext cx="36297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Know the modern </a:t>
            </a:r>
            <a:r>
              <a:rPr lang="en"/>
              <a:t>technology</a:t>
            </a:r>
            <a:r>
              <a:rPr lang="en"/>
              <a:t> skills for the career and teach others in this new era. </a:t>
            </a:r>
            <a:endParaRPr/>
          </a:p>
        </p:txBody>
      </p:sp>
      <p:sp>
        <p:nvSpPr>
          <p:cNvPr id="620" name="Google Shape;620;p50"/>
          <p:cNvSpPr txBox="1"/>
          <p:nvPr>
            <p:ph idx="4" type="subTitle"/>
          </p:nvPr>
        </p:nvSpPr>
        <p:spPr>
          <a:xfrm>
            <a:off x="2472625" y="3699613"/>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Helps </a:t>
            </a:r>
            <a:r>
              <a:rPr lang="en"/>
              <a:t>succeed</a:t>
            </a:r>
            <a:r>
              <a:rPr lang="en"/>
              <a:t> in their future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1"/>
          <p:cNvSpPr txBox="1"/>
          <p:nvPr>
            <p:ph idx="1" type="body"/>
          </p:nvPr>
        </p:nvSpPr>
        <p:spPr>
          <a:xfrm>
            <a:off x="65100" y="892025"/>
            <a:ext cx="8672400" cy="2413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600" u="sng">
                <a:solidFill>
                  <a:schemeClr val="hlink"/>
                </a:solidFill>
                <a:latin typeface="Arial"/>
                <a:ea typeface="Arial"/>
                <a:cs typeface="Arial"/>
                <a:sym typeface="Arial"/>
                <a:hlinkClick r:id="rId3"/>
              </a:rPr>
              <a:t>https://direct.ewa.pub/proceedings/lnep/article/view/24154.html</a:t>
            </a:r>
            <a:endParaRPr sz="1700"/>
          </a:p>
          <a:p>
            <a:pPr indent="-336550" lvl="0" marL="457200" rtl="0" algn="l">
              <a:spcBef>
                <a:spcPts val="0"/>
              </a:spcBef>
              <a:spcAft>
                <a:spcPts val="0"/>
              </a:spcAft>
              <a:buSzPts val="1700"/>
              <a:buChar char="●"/>
            </a:pPr>
            <a:r>
              <a:rPr lang="en" sz="1600" u="sng">
                <a:solidFill>
                  <a:schemeClr val="hlink"/>
                </a:solidFill>
                <a:latin typeface="Arial"/>
                <a:ea typeface="Arial"/>
                <a:cs typeface="Arial"/>
                <a:sym typeface="Arial"/>
                <a:hlinkClick r:id="rId4"/>
              </a:rPr>
              <a:t>https://www.instituteforchildsuccess.org/ai-early-childhood-education/#:~:text=Additionally%2C%20conversational%20AI%20applications%20can,childhood%20assessment%2C%20and%20administrative%20tasks.</a:t>
            </a:r>
            <a:endParaRPr sz="1700"/>
          </a:p>
          <a:p>
            <a:pPr indent="-336550" lvl="0" marL="457200" rtl="0" algn="l">
              <a:spcBef>
                <a:spcPts val="0"/>
              </a:spcBef>
              <a:spcAft>
                <a:spcPts val="0"/>
              </a:spcAft>
              <a:buSzPts val="1700"/>
              <a:buChar char="●"/>
            </a:pPr>
            <a:r>
              <a:rPr lang="en" sz="1600" u="sng">
                <a:solidFill>
                  <a:schemeClr val="hlink"/>
                </a:solidFill>
                <a:latin typeface="Arial"/>
                <a:ea typeface="Arial"/>
                <a:cs typeface="Arial"/>
                <a:sym typeface="Arial"/>
                <a:hlinkClick r:id="rId5"/>
              </a:rPr>
              <a:t>S2666920X23000036</a:t>
            </a:r>
            <a:endParaRPr sz="1700"/>
          </a:p>
          <a:p>
            <a:pPr indent="-336550" lvl="0" marL="457200" rtl="0" algn="l">
              <a:spcBef>
                <a:spcPts val="0"/>
              </a:spcBef>
              <a:spcAft>
                <a:spcPts val="0"/>
              </a:spcAft>
              <a:buSzPts val="1700"/>
              <a:buChar char="●"/>
            </a:pPr>
            <a:r>
              <a:rPr lang="en" sz="1600" u="sng">
                <a:solidFill>
                  <a:schemeClr val="hlink"/>
                </a:solidFill>
                <a:latin typeface="Arial"/>
                <a:ea typeface="Arial"/>
                <a:cs typeface="Arial"/>
                <a:sym typeface="Arial"/>
                <a:hlinkClick r:id="rId6"/>
              </a:rPr>
              <a:t>https://pmc.ncbi.nlm.nih.gov/articles/PMC11018941/</a:t>
            </a:r>
            <a:endParaRPr sz="1700"/>
          </a:p>
          <a:p>
            <a:pPr indent="-336550" lvl="0" marL="457200" rtl="0" algn="l">
              <a:spcBef>
                <a:spcPts val="0"/>
              </a:spcBef>
              <a:spcAft>
                <a:spcPts val="0"/>
              </a:spcAft>
              <a:buSzPts val="1700"/>
              <a:buChar char="●"/>
            </a:pPr>
            <a:r>
              <a:rPr lang="en" sz="1600">
                <a:latin typeface="Arial"/>
                <a:ea typeface="Arial"/>
                <a:cs typeface="Arial"/>
                <a:sym typeface="Arial"/>
              </a:rPr>
              <a:t>P</a:t>
            </a:r>
            <a:r>
              <a:rPr lang="en" sz="1600" u="sng">
                <a:solidFill>
                  <a:schemeClr val="hlink"/>
                </a:solidFill>
                <a:latin typeface="Arial"/>
                <a:ea typeface="Arial"/>
                <a:cs typeface="Arial"/>
                <a:sym typeface="Arial"/>
                <a:hlinkClick r:id="rId7"/>
              </a:rPr>
              <a:t>icture</a:t>
            </a:r>
            <a:endParaRPr sz="1700"/>
          </a:p>
          <a:p>
            <a:pPr indent="-336550" lvl="0" marL="457200" rtl="0" algn="l">
              <a:spcBef>
                <a:spcPts val="0"/>
              </a:spcBef>
              <a:spcAft>
                <a:spcPts val="0"/>
              </a:spcAft>
              <a:buSzPts val="1700"/>
              <a:buChar char="●"/>
            </a:pPr>
            <a:r>
              <a:rPr lang="en" sz="1600" u="sng">
                <a:solidFill>
                  <a:schemeClr val="hlink"/>
                </a:solidFill>
                <a:latin typeface="Arial"/>
                <a:ea typeface="Arial"/>
                <a:cs typeface="Arial"/>
                <a:sym typeface="Arial"/>
                <a:hlinkClick r:id="rId8"/>
              </a:rPr>
              <a:t>P</a:t>
            </a:r>
            <a:r>
              <a:rPr lang="en" sz="1600" u="sng">
                <a:solidFill>
                  <a:schemeClr val="hlink"/>
                </a:solidFill>
                <a:latin typeface="Arial"/>
                <a:ea typeface="Arial"/>
                <a:cs typeface="Arial"/>
                <a:sym typeface="Arial"/>
                <a:hlinkClick r:id="rId9"/>
              </a:rPr>
              <a:t>icture</a:t>
            </a:r>
            <a:endParaRPr sz="1700"/>
          </a:p>
          <a:p>
            <a:pPr indent="-374650" lvl="0" marL="457200" rtl="0" algn="l">
              <a:spcBef>
                <a:spcPts val="0"/>
              </a:spcBef>
              <a:spcAft>
                <a:spcPts val="0"/>
              </a:spcAft>
              <a:buSzPts val="2300"/>
              <a:buChar char="●"/>
            </a:pPr>
            <a:r>
              <a:rPr lang="en" sz="1700">
                <a:latin typeface="Arial"/>
                <a:ea typeface="Arial"/>
                <a:cs typeface="Arial"/>
                <a:sym typeface="Arial"/>
              </a:rPr>
              <a:t>P</a:t>
            </a:r>
            <a:r>
              <a:rPr lang="en" sz="1700" u="sng">
                <a:solidFill>
                  <a:schemeClr val="hlink"/>
                </a:solidFill>
                <a:latin typeface="Arial"/>
                <a:ea typeface="Arial"/>
                <a:cs typeface="Arial"/>
                <a:sym typeface="Arial"/>
                <a:hlinkClick r:id="rId10"/>
              </a:rPr>
              <a:t>icture</a:t>
            </a:r>
            <a:endParaRPr sz="2300"/>
          </a:p>
          <a:p>
            <a:pPr indent="0" lvl="0" marL="0" rtl="0" algn="l">
              <a:spcBef>
                <a:spcPts val="1200"/>
              </a:spcBef>
              <a:spcAft>
                <a:spcPts val="1200"/>
              </a:spcAft>
              <a:buNone/>
            </a:pPr>
            <a:r>
              <a:t/>
            </a:r>
            <a:endParaRPr/>
          </a:p>
        </p:txBody>
      </p:sp>
      <p:sp>
        <p:nvSpPr>
          <p:cNvPr id="626" name="Google Shape;626;p51"/>
          <p:cNvSpPr txBox="1"/>
          <p:nvPr>
            <p:ph type="title"/>
          </p:nvPr>
        </p:nvSpPr>
        <p:spPr>
          <a:xfrm>
            <a:off x="65100" y="107398"/>
            <a:ext cx="4506900" cy="12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fessional Development #2">
  <a:themeElements>
    <a:clrScheme name="Simple Light">
      <a:dk1>
        <a:srgbClr val="000000"/>
      </a:dk1>
      <a:lt1>
        <a:srgbClr val="FCEFE5"/>
      </a:lt1>
      <a:dk2>
        <a:srgbClr val="A47FA7"/>
      </a:dk2>
      <a:lt2>
        <a:srgbClr val="2170F2"/>
      </a:lt2>
      <a:accent1>
        <a:srgbClr val="FFD966"/>
      </a:accent1>
      <a:accent2>
        <a:srgbClr val="CC0000"/>
      </a:accent2>
      <a:accent3>
        <a:srgbClr val="646464"/>
      </a:accent3>
      <a:accent4>
        <a:srgbClr val="FFFFFF"/>
      </a:accent4>
      <a:accent5>
        <a:srgbClr val="3D0B37"/>
      </a:accent5>
      <a:accent6>
        <a:srgbClr val="63264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